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2"/>
  </p:notesMasterIdLst>
  <p:sldIdLst>
    <p:sldId id="4378" r:id="rId5"/>
    <p:sldId id="4379" r:id="rId6"/>
    <p:sldId id="4380" r:id="rId7"/>
    <p:sldId id="4381" r:id="rId8"/>
    <p:sldId id="4382" r:id="rId9"/>
    <p:sldId id="4555" r:id="rId10"/>
    <p:sldId id="4384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2/3-Panel Design" id="{DAEC177A-9A81-4C56-9609-D77DD6BD3698}">
          <p14:sldIdLst>
            <p14:sldId id="4378"/>
            <p14:sldId id="4379"/>
            <p14:sldId id="4380"/>
            <p14:sldId id="4381"/>
            <p14:sldId id="4382"/>
            <p14:sldId id="4555"/>
            <p14:sldId id="43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49708-A760-C4A4-030E-37921EADDC97}" name="Diana Bonilla" initials="DB" userId="S::dbonilla@cytekbio.com::6ac3a299-43ca-4284-a251-74404ae37fc4" providerId="AD"/>
  <p188:author id="{72672819-E131-4729-C15E-1EED703228A0}" name="Chris Fleming" initials="CF" userId="S::cfleming@cytekbio.com::822741b3-424d-4a52-8a4f-6da327dcc3a9" providerId="AD"/>
  <p188:author id="{15C5F41F-799E-51AE-D99A-10D0A9D06023}" name="Patrick Duncker" initials="PD" userId="S::pduncker@cytekbio.com::470a1f15-4613-407b-89b9-4d9ef8c0bcbd" providerId="AD"/>
  <p188:author id="{4E1C5022-2D45-5012-3B0E-AFC333535E4E}" name="Jesus Gil Pulido" initials="JP" userId="S::jgilpulido@cytekbio.com::ce6b2a88-7b8d-4516-90dd-6efc306ed01b" providerId="AD"/>
  <p188:author id="{5A2D8C32-6578-A4C6-A7FC-17F4380E9EC7}" name="Elizabeth Keyer" initials="EK" userId="S::ekeyer@cytekbio.com::c2d7443a-be25-4244-b86f-2269c695f58f" providerId="AD"/>
  <p188:author id="{09D7DC4E-052B-8DB7-3BA8-9F9A08C0AB8E}" name="Yacine Kharraz" initials="YK" userId="S::ykharraz@cytekbio.com::605711a6-43a2-4e7c-a46d-614a81468a6f" providerId="AD"/>
  <p188:author id="{646EDD5D-6E5F-B121-8658-D67DD9F03181}" name="Valerie Barnett" initials="VB" userId="S::vbarnett@cytekbio.com::595d569f-be81-457b-a9d1-16e0b0e9d83e" providerId="AD"/>
  <p188:author id="{F87F5186-C5F9-3A75-8C63-A0B0E0B4B560}" name="Ana Vieira" initials="AV" userId="S::avieira@cytekbio.com::df854e73-3016-43ee-b81e-2647da769118" providerId="AD"/>
  <p188:author id="{6256B48B-43F8-F10E-3723-741CDD126742}" name="Maria Jaimes" initials="MJ" userId="S::mjaimes@cytekbio.com::b1aaf12a-c0a6-4c90-a7d0-ae957be22957" providerId="AD"/>
  <p188:author id="{F1F69DA3-9FBA-B01A-EAEC-23519CEF9AA7}" name="Laura Johnston" initials="LJ" userId="S::ljohnston@cytekbio.com::54c663cb-d843-4c5b-864d-a41a745ac5eb" providerId="AD"/>
  <p188:author id="{AA2640A7-85D1-FDA8-5CFF-4021FBC47B6D}" name="Patrick Duncker" initials="PD" userId="Patrick Duncker" providerId="None"/>
  <p188:author id="{3BD0EEAD-E1CE-C8B0-1151-D7CB06F63C37}" name="Jessica Gucwa" initials="JG" userId="S::jgucwa@cytekbio.com::603317d9-146f-4789-b6f1-6fd36efb10fe" providerId="AD"/>
  <p188:author id="{F8AFA4B5-1AFC-F688-06BE-7A2D7AD1293E}" name="Monica DeLay" initials="MD" userId="S::mdelay@cytekbio.com::fcddeba6-63f3-4e69-ae19-929f28b73887" providerId="AD"/>
  <p188:author id="{8BF3E3BF-1CA7-E814-9D3E-E3603A3AB882}" name="Eleanor Kincaid" initials="EK" userId="S::ekincaid@cytekbio.com::43a56858-bf7d-4b41-99e6-b8d2d16f26c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Diana Bonilla" initials="DB" lastIdx="10" clrIdx="6">
    <p:extLst>
      <p:ext uri="{19B8F6BF-5375-455C-9EA6-DF929625EA0E}">
        <p15:presenceInfo xmlns:p15="http://schemas.microsoft.com/office/powerpoint/2012/main" userId="S::dbonilla@cytekbio.com::6ac3a299-43ca-4284-a251-74404ae37fc4" providerId="AD"/>
      </p:ext>
    </p:extLst>
  </p:cmAuthor>
  <p:cmAuthor id="1" name="Patrick Duncker" initials="PD" lastIdx="302" clrIdx="0">
    <p:extLst>
      <p:ext uri="{19B8F6BF-5375-455C-9EA6-DF929625EA0E}">
        <p15:presenceInfo xmlns:p15="http://schemas.microsoft.com/office/powerpoint/2012/main" userId="S::pduncker@cytekbio.com::470a1f15-4613-407b-89b9-4d9ef8c0bcbd" providerId="AD"/>
      </p:ext>
    </p:extLst>
  </p:cmAuthor>
  <p:cmAuthor id="8" name="Laurent Ginestet" initials="LG" lastIdx="6" clrIdx="7">
    <p:extLst>
      <p:ext uri="{19B8F6BF-5375-455C-9EA6-DF929625EA0E}">
        <p15:presenceInfo xmlns:p15="http://schemas.microsoft.com/office/powerpoint/2012/main" userId="S::lginestet@cytekbio.com::2f92ad57-3303-4f8a-a111-fd3239f3ef49" providerId="AD"/>
      </p:ext>
    </p:extLst>
  </p:cmAuthor>
  <p:cmAuthor id="2" name="Eleanor Kincaid" initials="EK" lastIdx="171" clrIdx="1">
    <p:extLst>
      <p:ext uri="{19B8F6BF-5375-455C-9EA6-DF929625EA0E}">
        <p15:presenceInfo xmlns:p15="http://schemas.microsoft.com/office/powerpoint/2012/main" userId="S::ekincaid@cytekbio.com::43a56858-bf7d-4b41-99e6-b8d2d16f26c0" providerId="AD"/>
      </p:ext>
    </p:extLst>
  </p:cmAuthor>
  <p:cmAuthor id="9" name="Janelle Shook" initials="JS" lastIdx="51" clrIdx="8">
    <p:extLst>
      <p:ext uri="{19B8F6BF-5375-455C-9EA6-DF929625EA0E}">
        <p15:presenceInfo xmlns:p15="http://schemas.microsoft.com/office/powerpoint/2012/main" userId="S::jshook@cytekbio.com::04a27306-d2d4-433b-89c2-41ff29540717" providerId="AD"/>
      </p:ext>
    </p:extLst>
  </p:cmAuthor>
  <p:cmAuthor id="3" name="Kate Pilkington" initials="KP" lastIdx="2" clrIdx="2">
    <p:extLst>
      <p:ext uri="{19B8F6BF-5375-455C-9EA6-DF929625EA0E}">
        <p15:presenceInfo xmlns:p15="http://schemas.microsoft.com/office/powerpoint/2012/main" userId="S::kpilkington@cytekbio.com::2f1f38ac-b71e-4799-b088-b850c68c7a6e" providerId="AD"/>
      </p:ext>
    </p:extLst>
  </p:cmAuthor>
  <p:cmAuthor id="4" name="Elizabeth Keyer" initials="EK" lastIdx="69" clrIdx="3">
    <p:extLst>
      <p:ext uri="{19B8F6BF-5375-455C-9EA6-DF929625EA0E}">
        <p15:presenceInfo xmlns:p15="http://schemas.microsoft.com/office/powerpoint/2012/main" userId="S::ekeyer@cytekbio.com::c2d7443a-be25-4244-b86f-2269c695f58f" providerId="AD"/>
      </p:ext>
    </p:extLst>
  </p:cmAuthor>
  <p:cmAuthor id="5" name="Maria Jaimes" initials="MJ" lastIdx="46" clrIdx="4">
    <p:extLst>
      <p:ext uri="{19B8F6BF-5375-455C-9EA6-DF929625EA0E}">
        <p15:presenceInfo xmlns:p15="http://schemas.microsoft.com/office/powerpoint/2012/main" userId="S::mjaimes@cytekbio.com::b1aaf12a-c0a6-4c90-a7d0-ae957be22957" providerId="AD"/>
      </p:ext>
    </p:extLst>
  </p:cmAuthor>
  <p:cmAuthor id="6" name="Alberta Paul" initials="AP" lastIdx="5" clrIdx="5">
    <p:extLst>
      <p:ext uri="{19B8F6BF-5375-455C-9EA6-DF929625EA0E}">
        <p15:presenceInfo xmlns:p15="http://schemas.microsoft.com/office/powerpoint/2012/main" userId="Alberta Pau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0000"/>
    <a:srgbClr val="ECF5F0"/>
    <a:srgbClr val="D7EBDF"/>
    <a:srgbClr val="92C857"/>
    <a:srgbClr val="FF9999"/>
    <a:srgbClr val="FFB200"/>
    <a:srgbClr val="508585"/>
    <a:srgbClr val="FFD245"/>
    <a:srgbClr val="9999FF"/>
    <a:srgbClr val="914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4A534-84D6-428B-84AA-BDE62DC474D5}" v="1" dt="2023-06-14T15:59:37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37" autoAdjust="0"/>
    <p:restoredTop sz="85043" autoAdjust="0"/>
  </p:normalViewPr>
  <p:slideViewPr>
    <p:cSldViewPr snapToGrid="0">
      <p:cViewPr varScale="1">
        <p:scale>
          <a:sx n="98" d="100"/>
          <a:sy n="98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Johnston" userId="54c663cb-d843-4c5b-864d-a41a745ac5eb" providerId="ADAL" clId="{D9CCC06A-39DE-426C-9F95-D84031E60B41}"/>
    <pc:docChg chg="delSld modSld delMainMaster delSection modSection">
      <pc:chgData name="Laura Johnston" userId="54c663cb-d843-4c5b-864d-a41a745ac5eb" providerId="ADAL" clId="{D9CCC06A-39DE-426C-9F95-D84031E60B41}" dt="2022-10-31T21:52:15.534" v="51" actId="20577"/>
      <pc:docMkLst>
        <pc:docMk/>
      </pc:docMkLst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0" sldId="27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455699731" sldId="27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704218414" sldId="29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42939846" sldId="117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550238092" sldId="211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09217067" sldId="212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8702549" sldId="322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835178203" sldId="324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547685597" sldId="325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495602258" sldId="325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945058796" sldId="325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419809053" sldId="325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74550176" sldId="325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701577973" sldId="325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084729705" sldId="325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91109384" sldId="326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017315686" sldId="326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527153947" sldId="327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560890268" sldId="327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854033329" sldId="327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433836619" sldId="327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221157896" sldId="327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29303764" sldId="327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810605142" sldId="327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788440001" sldId="327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255148197" sldId="328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19674238" sldId="328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518710900" sldId="328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15961016" sldId="328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184344813" sldId="328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5503748" sldId="328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584688919" sldId="329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606549892" sldId="329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837249807" sldId="329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62041645" sldId="329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955706354" sldId="329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29391019" sldId="329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20595598" sldId="329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96237750" sldId="329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756877607" sldId="330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964533186" sldId="330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467173417" sldId="330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096873248" sldId="330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948921017" sldId="330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603203355" sldId="331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679840252" sldId="331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43397309" sldId="332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48532741" sldId="332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806245737" sldId="332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005133876" sldId="333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46778672" sldId="333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50746612" sldId="333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228041709" sldId="333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809641343" sldId="333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931036726" sldId="333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70243832" sldId="333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372039057" sldId="334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28091726" sldId="334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199202168" sldId="334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009959753" sldId="334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148755074" sldId="334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448144829" sldId="334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107464396" sldId="334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669801956" sldId="334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793468357" sldId="335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44063210" sldId="335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4726513" sldId="335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77296656" sldId="335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946255841" sldId="335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37144886" sldId="335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794828192" sldId="335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639382823" sldId="336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21813309" sldId="336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340339092" sldId="336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215165001" sldId="336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56242734" sldId="337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972866038" sldId="337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648530503" sldId="416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121701551" sldId="416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220165040" sldId="416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107613128" sldId="416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385815354" sldId="416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002947998" sldId="416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50468337" sldId="416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1508268" sldId="417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32106547" sldId="417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048536623" sldId="417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727303890" sldId="418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54693891" sldId="418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845951810" sldId="419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21674287" sldId="419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776515366" sldId="420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253777464" sldId="420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95044964" sldId="427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37214968" sldId="428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49706019" sldId="428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35546877" sldId="429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045787927" sldId="429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819378291" sldId="430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111897816" sldId="430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029883569" sldId="430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86921662" sldId="430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42882230" sldId="430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121215120" sldId="431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83822857" sldId="431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583035406" sldId="431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760369142" sldId="431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092893237" sldId="431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115584145" sldId="431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899444584" sldId="431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259505016" sldId="431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999498891" sldId="432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559692118" sldId="432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046445604" sldId="433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18103879" sldId="433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73721660" sldId="433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01931853" sldId="434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015214461" sldId="434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99405759" sldId="434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346067705" sldId="434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770138020" sldId="434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9406576" sldId="434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660565357" sldId="434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429134744" sldId="434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559879305" sldId="434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1963639" sldId="435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69354625" sldId="435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549169839" sldId="435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925311225" sldId="435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977414444" sldId="435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473093239" sldId="435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322200300" sldId="435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162605312" sldId="435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881252511" sldId="435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61157754" sldId="435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146748241" sldId="436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730545718" sldId="436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395244245" sldId="436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222149385" sldId="436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810404568" sldId="436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091220595" sldId="436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385038822" sldId="4367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554540518" sldId="4368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837528660" sldId="436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163398056" sldId="4370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651879318" sldId="4371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9115175" sldId="4372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494799874" sldId="4373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774625429" sldId="437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93167029" sldId="437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148802153" sldId="4376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1258525361" sldId="4377"/>
        </pc:sldMkLst>
      </pc:sldChg>
      <pc:sldChg chg="delSp modTransition modAnim modNotesTx">
        <pc:chgData name="Laura Johnston" userId="54c663cb-d843-4c5b-864d-a41a745ac5eb" providerId="ADAL" clId="{D9CCC06A-39DE-426C-9F95-D84031E60B41}" dt="2022-10-31T21:50:57.341" v="19"/>
        <pc:sldMkLst>
          <pc:docMk/>
          <pc:sldMk cId="753611665" sldId="4378"/>
        </pc:sldMkLst>
        <pc:picChg chg="del">
          <ac:chgData name="Laura Johnston" userId="54c663cb-d843-4c5b-864d-a41a745ac5eb" providerId="ADAL" clId="{D9CCC06A-39DE-426C-9F95-D84031E60B41}" dt="2022-10-31T21:50:57.341" v="19"/>
          <ac:picMkLst>
            <pc:docMk/>
            <pc:sldMk cId="753611665" sldId="4378"/>
            <ac:picMk id="2" creationId="{22A4F0AF-C7D3-944F-3C9D-01FCE0881D55}"/>
          </ac:picMkLst>
        </pc:picChg>
      </pc:sldChg>
      <pc:sldChg chg="modTransition modNotesTx">
        <pc:chgData name="Laura Johnston" userId="54c663cb-d843-4c5b-864d-a41a745ac5eb" providerId="ADAL" clId="{D9CCC06A-39DE-426C-9F95-D84031E60B41}" dt="2022-10-31T21:50:57.341" v="19"/>
        <pc:sldMkLst>
          <pc:docMk/>
          <pc:sldMk cId="3838716270" sldId="4379"/>
        </pc:sldMkLst>
      </pc:sldChg>
      <pc:sldChg chg="modSp mod modTransition modNotesTx">
        <pc:chgData name="Laura Johnston" userId="54c663cb-d843-4c5b-864d-a41a745ac5eb" providerId="ADAL" clId="{D9CCC06A-39DE-426C-9F95-D84031E60B41}" dt="2022-10-31T21:52:15.534" v="51" actId="20577"/>
        <pc:sldMkLst>
          <pc:docMk/>
          <pc:sldMk cId="1932336789" sldId="4380"/>
        </pc:sldMkLst>
        <pc:graphicFrameChg chg="modGraphic">
          <ac:chgData name="Laura Johnston" userId="54c663cb-d843-4c5b-864d-a41a745ac5eb" providerId="ADAL" clId="{D9CCC06A-39DE-426C-9F95-D84031E60B41}" dt="2022-10-31T21:52:15.534" v="51" actId="20577"/>
          <ac:graphicFrameMkLst>
            <pc:docMk/>
            <pc:sldMk cId="1932336789" sldId="4380"/>
            <ac:graphicFrameMk id="103" creationId="{9636B1EC-0231-4490-8F77-2BCCD064C2AE}"/>
          </ac:graphicFrameMkLst>
        </pc:graphicFrameChg>
      </pc:sldChg>
      <pc:sldChg chg="modTransition modNotesTx">
        <pc:chgData name="Laura Johnston" userId="54c663cb-d843-4c5b-864d-a41a745ac5eb" providerId="ADAL" clId="{D9CCC06A-39DE-426C-9F95-D84031E60B41}" dt="2022-10-31T21:50:57.341" v="19"/>
        <pc:sldMkLst>
          <pc:docMk/>
          <pc:sldMk cId="3109551301" sldId="4381"/>
        </pc:sldMkLst>
      </pc:sldChg>
      <pc:sldChg chg="modTransition modNotesTx">
        <pc:chgData name="Laura Johnston" userId="54c663cb-d843-4c5b-864d-a41a745ac5eb" providerId="ADAL" clId="{D9CCC06A-39DE-426C-9F95-D84031E60B41}" dt="2022-10-31T21:50:57.341" v="19"/>
        <pc:sldMkLst>
          <pc:docMk/>
          <pc:sldMk cId="276444429" sldId="4382"/>
        </pc:sldMkLst>
      </pc:sldChg>
      <pc:sldChg chg="modTransition modNotesTx">
        <pc:chgData name="Laura Johnston" userId="54c663cb-d843-4c5b-864d-a41a745ac5eb" providerId="ADAL" clId="{D9CCC06A-39DE-426C-9F95-D84031E60B41}" dt="2022-10-31T21:50:57.341" v="19"/>
        <pc:sldMkLst>
          <pc:docMk/>
          <pc:sldMk cId="1328552893" sldId="4383"/>
        </pc:sldMkLst>
      </pc:sldChg>
      <pc:sldChg chg="addSp modSp mod modTransition">
        <pc:chgData name="Laura Johnston" userId="54c663cb-d843-4c5b-864d-a41a745ac5eb" providerId="ADAL" clId="{D9CCC06A-39DE-426C-9F95-D84031E60B41}" dt="2022-10-31T21:51:42.817" v="37" actId="1076"/>
        <pc:sldMkLst>
          <pc:docMk/>
          <pc:sldMk cId="1347212308" sldId="4384"/>
        </pc:sldMkLst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3" creationId="{0CAABF86-DBD1-3437-D7D9-AF6BD5EF13D8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4" creationId="{585BFDD4-B00B-468F-8C43-8B5BC94D14FD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5" creationId="{0A181A00-6484-7875-16AF-294E541D4286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6" creationId="{087D7033-91BA-AE37-5409-5FB77DF1FED4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7" creationId="{3768A286-8683-9008-2874-F819F48987D6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15" creationId="{2010C6A6-76D7-6607-17AF-93593F1D4C3C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16" creationId="{CDB0C5ED-1B51-B29B-92A8-78A5E5ED778E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17" creationId="{2BB5A329-8649-3AB3-763C-8C368CAEC465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18" creationId="{CEB9B8E9-56D0-1609-6887-AB43F9E7BC47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19" creationId="{67D89C8D-A162-7C3C-5F91-457062E11A68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21" creationId="{100CD876-A570-8754-97CB-A1C9A1992913}"/>
          </ac:spMkLst>
        </pc:spChg>
        <pc:spChg chg="add mod">
          <ac:chgData name="Laura Johnston" userId="54c663cb-d843-4c5b-864d-a41a745ac5eb" providerId="ADAL" clId="{D9CCC06A-39DE-426C-9F95-D84031E60B41}" dt="2022-10-31T21:51:14.997" v="20"/>
          <ac:spMkLst>
            <pc:docMk/>
            <pc:sldMk cId="1347212308" sldId="4384"/>
            <ac:spMk id="22" creationId="{0AA59DE6-49DA-8E32-111F-23D6A87DB40D}"/>
          </ac:spMkLst>
        </pc:spChg>
        <pc:graphicFrameChg chg="mod modGraphic">
          <ac:chgData name="Laura Johnston" userId="54c663cb-d843-4c5b-864d-a41a745ac5eb" providerId="ADAL" clId="{D9CCC06A-39DE-426C-9F95-D84031E60B41}" dt="2022-10-31T21:51:42.817" v="37" actId="1076"/>
          <ac:graphicFrameMkLst>
            <pc:docMk/>
            <pc:sldMk cId="1347212308" sldId="4384"/>
            <ac:graphicFrameMk id="10" creationId="{AF13B93C-08FF-4CC2-AAA8-FA6F7A2F273B}"/>
          </ac:graphicFrameMkLst>
        </pc:graphicFrameChg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1917076001" sldId="4387"/>
        </pc:sldMkLst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205319007" sldId="4388"/>
        </pc:sldMkLst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4228739227" sldId="4389"/>
        </pc:sldMkLst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694773135" sldId="4390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462136774" sldId="4391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3444866268" sldId="4392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517364348" sldId="4393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2522714382" sldId="4394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292197390" sldId="4395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31420464" sldId="4396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2227859888" sldId="4397"/>
        </pc:sldMkLst>
      </pc:sldChg>
      <pc:sldChg chg="del">
        <pc:chgData name="Laura Johnston" userId="54c663cb-d843-4c5b-864d-a41a745ac5eb" providerId="ADAL" clId="{D9CCC06A-39DE-426C-9F95-D84031E60B41}" dt="2022-10-31T21:50:07.404" v="8" actId="47"/>
        <pc:sldMkLst>
          <pc:docMk/>
          <pc:sldMk cId="410598343" sldId="4398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1351354248" sldId="4399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4048670843" sldId="4400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2012476025" sldId="4401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2987668332" sldId="4402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2247151975" sldId="4403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3702207144" sldId="4404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1355485092" sldId="4405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1156900590" sldId="4406"/>
        </pc:sldMkLst>
      </pc:sldChg>
      <pc:sldChg chg="del">
        <pc:chgData name="Laura Johnston" userId="54c663cb-d843-4c5b-864d-a41a745ac5eb" providerId="ADAL" clId="{D9CCC06A-39DE-426C-9F95-D84031E60B41}" dt="2022-10-31T21:50:08.292" v="9" actId="47"/>
        <pc:sldMkLst>
          <pc:docMk/>
          <pc:sldMk cId="1770608345" sldId="4407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39771136" sldId="4408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2745439989" sldId="4409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3494474402" sldId="4410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3465364905" sldId="4411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4258664640" sldId="4412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2687912879" sldId="4413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2563744345" sldId="4414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2591518455" sldId="4415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1299650934" sldId="4416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2406408105" sldId="4417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2960459751" sldId="4418"/>
        </pc:sldMkLst>
      </pc:sldChg>
      <pc:sldChg chg="del">
        <pc:chgData name="Laura Johnston" userId="54c663cb-d843-4c5b-864d-a41a745ac5eb" providerId="ADAL" clId="{D9CCC06A-39DE-426C-9F95-D84031E60B41}" dt="2022-10-31T21:50:09.179" v="10" actId="47"/>
        <pc:sldMkLst>
          <pc:docMk/>
          <pc:sldMk cId="895389642" sldId="4419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683129476" sldId="4420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1783506329" sldId="4421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3984038746" sldId="4422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1817341338" sldId="4423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2326312924" sldId="4424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4294403693" sldId="4425"/>
        </pc:sldMkLst>
      </pc:sldChg>
      <pc:sldChg chg="del">
        <pc:chgData name="Laura Johnston" userId="54c663cb-d843-4c5b-864d-a41a745ac5eb" providerId="ADAL" clId="{D9CCC06A-39DE-426C-9F95-D84031E60B41}" dt="2022-10-31T21:50:09.972" v="11" actId="47"/>
        <pc:sldMkLst>
          <pc:docMk/>
          <pc:sldMk cId="806890237" sldId="4426"/>
        </pc:sldMkLst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1631871966" sldId="4427"/>
        </pc:sldMkLst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449247304" sldId="4428"/>
        </pc:sldMkLst>
      </pc:sldChg>
      <pc:sldChg chg="del">
        <pc:chgData name="Laura Johnston" userId="54c663cb-d843-4c5b-864d-a41a745ac5eb" providerId="ADAL" clId="{D9CCC06A-39DE-426C-9F95-D84031E60B41}" dt="2022-10-31T21:50:06.381" v="7" actId="47"/>
        <pc:sldMkLst>
          <pc:docMk/>
          <pc:sldMk cId="2610381700" sldId="4429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3232884551" sldId="4434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4018217966" sldId="4435"/>
        </pc:sldMkLst>
      </pc:sldChg>
      <pc:sldChg chg="del">
        <pc:chgData name="Laura Johnston" userId="54c663cb-d843-4c5b-864d-a41a745ac5eb" providerId="ADAL" clId="{D9CCC06A-39DE-426C-9F95-D84031E60B41}" dt="2022-10-31T21:49:51.684" v="0" actId="47"/>
        <pc:sldMkLst>
          <pc:docMk/>
          <pc:sldMk cId="2276908017" sldId="4436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498964851" sldId="4437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621314712" sldId="4440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2479246109" sldId="4441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1467387052" sldId="4442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2132170427" sldId="4443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247159520" sldId="4444"/>
        </pc:sldMkLst>
      </pc:sldChg>
      <pc:sldChg chg="del">
        <pc:chgData name="Laura Johnston" userId="54c663cb-d843-4c5b-864d-a41a745ac5eb" providerId="ADAL" clId="{D9CCC06A-39DE-426C-9F95-D84031E60B41}" dt="2022-10-31T21:50:10.837" v="12" actId="47"/>
        <pc:sldMkLst>
          <pc:docMk/>
          <pc:sldMk cId="3197587271" sldId="4445"/>
        </pc:sldMkLst>
      </pc:sldChg>
      <pc:sldMasterChg chg="del delSldLayout">
        <pc:chgData name="Laura Johnston" userId="54c663cb-d843-4c5b-864d-a41a745ac5eb" providerId="ADAL" clId="{D9CCC06A-39DE-426C-9F95-D84031E60B41}" dt="2022-10-31T21:49:51.684" v="0" actId="47"/>
        <pc:sldMasterMkLst>
          <pc:docMk/>
          <pc:sldMasterMk cId="1552653197" sldId="2147483648"/>
        </pc:sldMasterMkLst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3010053424" sldId="2147483649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1477383669" sldId="2147483650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1942357978" sldId="2147483651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3163568558" sldId="2147483652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3535975474" sldId="2147483653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870869285" sldId="2147483654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248764559" sldId="2147483655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657150324" sldId="2147483656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3709553326" sldId="2147483657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3311444485" sldId="2147483658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3614882925" sldId="2147483659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552653197" sldId="2147483648"/>
            <pc:sldLayoutMk cId="608234261" sldId="2147483660"/>
          </pc:sldLayoutMkLst>
        </pc:sldLayoutChg>
      </pc:sldMasterChg>
      <pc:sldMasterChg chg="delSldLayout">
        <pc:chgData name="Laura Johnston" userId="54c663cb-d843-4c5b-864d-a41a745ac5eb" providerId="ADAL" clId="{D9CCC06A-39DE-426C-9F95-D84031E60B41}" dt="2022-10-31T21:50:07.404" v="8" actId="47"/>
        <pc:sldMasterMkLst>
          <pc:docMk/>
          <pc:sldMasterMk cId="1725619298" sldId="2147483677"/>
        </pc:sldMasterMkLst>
        <pc:sldLayoutChg chg="del">
          <pc:chgData name="Laura Johnston" userId="54c663cb-d843-4c5b-864d-a41a745ac5eb" providerId="ADAL" clId="{D9CCC06A-39DE-426C-9F95-D84031E60B41}" dt="2022-10-31T21:50:06.381" v="7" actId="47"/>
          <pc:sldLayoutMkLst>
            <pc:docMk/>
            <pc:sldMasterMk cId="1725619298" sldId="2147483677"/>
            <pc:sldLayoutMk cId="1999809929" sldId="2147483700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725619298" sldId="2147483677"/>
            <pc:sldLayoutMk cId="592031395" sldId="2147483703"/>
          </pc:sldLayoutMkLst>
        </pc:sldLayoutChg>
        <pc:sldLayoutChg chg="del">
          <pc:chgData name="Laura Johnston" userId="54c663cb-d843-4c5b-864d-a41a745ac5eb" providerId="ADAL" clId="{D9CCC06A-39DE-426C-9F95-D84031E60B41}" dt="2022-10-31T21:50:06.381" v="7" actId="47"/>
          <pc:sldLayoutMkLst>
            <pc:docMk/>
            <pc:sldMasterMk cId="1725619298" sldId="2147483677"/>
            <pc:sldLayoutMk cId="1088598043" sldId="2147483709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725619298" sldId="2147483677"/>
            <pc:sldLayoutMk cId="3918479633" sldId="2147483710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725619298" sldId="2147483677"/>
            <pc:sldLayoutMk cId="3236883496" sldId="2147483711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725619298" sldId="2147483677"/>
            <pc:sldLayoutMk cId="392913041" sldId="2147483714"/>
          </pc:sldLayoutMkLst>
        </pc:sldLayoutChg>
        <pc:sldLayoutChg chg="del">
          <pc:chgData name="Laura Johnston" userId="54c663cb-d843-4c5b-864d-a41a745ac5eb" providerId="ADAL" clId="{D9CCC06A-39DE-426C-9F95-D84031E60B41}" dt="2022-10-31T21:50:07.404" v="8" actId="47"/>
          <pc:sldLayoutMkLst>
            <pc:docMk/>
            <pc:sldMasterMk cId="1725619298" sldId="2147483677"/>
            <pc:sldLayoutMk cId="1977817797" sldId="2147483715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1725619298" sldId="2147483677"/>
            <pc:sldLayoutMk cId="2494258288" sldId="2147483728"/>
          </pc:sldLayoutMkLst>
        </pc:sldLayoutChg>
      </pc:sldMasterChg>
      <pc:sldMasterChg chg="del delSldLayout">
        <pc:chgData name="Laura Johnston" userId="54c663cb-d843-4c5b-864d-a41a745ac5eb" providerId="ADAL" clId="{D9CCC06A-39DE-426C-9F95-D84031E60B41}" dt="2022-10-31T21:49:51.684" v="0" actId="47"/>
        <pc:sldMasterMkLst>
          <pc:docMk/>
          <pc:sldMasterMk cId="4294492688" sldId="2147483716"/>
        </pc:sldMasterMkLst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3963552110" sldId="2147483717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457000380" sldId="2147483718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1241753514" sldId="2147483719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1996839296" sldId="2147483720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3513642555" sldId="2147483721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595515109" sldId="2147483722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3017237490" sldId="2147483723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461041158" sldId="2147483724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377555199" sldId="2147483725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854622696" sldId="2147483726"/>
          </pc:sldLayoutMkLst>
        </pc:sldLayoutChg>
        <pc:sldLayoutChg chg="del">
          <pc:chgData name="Laura Johnston" userId="54c663cb-d843-4c5b-864d-a41a745ac5eb" providerId="ADAL" clId="{D9CCC06A-39DE-426C-9F95-D84031E60B41}" dt="2022-10-31T21:49:51.684" v="0" actId="47"/>
          <pc:sldLayoutMkLst>
            <pc:docMk/>
            <pc:sldMasterMk cId="4294492688" sldId="2147483716"/>
            <pc:sldLayoutMk cId="2759910567" sldId="2147483727"/>
          </pc:sldLayoutMkLst>
        </pc:sldLayoutChg>
      </pc:sldMasterChg>
    </pc:docChg>
  </pc:docChgLst>
  <pc:docChgLst>
    <pc:chgData name="Paul Dascani" userId="367b19c1-7450-4796-af21-25803a560922" providerId="ADAL" clId="{7684A534-84D6-428B-84AA-BDE62DC474D5}"/>
    <pc:docChg chg="modSld">
      <pc:chgData name="Paul Dascani" userId="367b19c1-7450-4796-af21-25803a560922" providerId="ADAL" clId="{7684A534-84D6-428B-84AA-BDE62DC474D5}" dt="2023-06-14T15:59:37.285" v="115"/>
      <pc:docMkLst>
        <pc:docMk/>
      </pc:docMkLst>
      <pc:sldChg chg="modSp mod">
        <pc:chgData name="Paul Dascani" userId="367b19c1-7450-4796-af21-25803a560922" providerId="ADAL" clId="{7684A534-84D6-428B-84AA-BDE62DC474D5}" dt="2023-06-14T15:59:16.364" v="113" actId="20577"/>
        <pc:sldMkLst>
          <pc:docMk/>
          <pc:sldMk cId="1932336789" sldId="4380"/>
        </pc:sldMkLst>
        <pc:graphicFrameChg chg="modGraphic">
          <ac:chgData name="Paul Dascani" userId="367b19c1-7450-4796-af21-25803a560922" providerId="ADAL" clId="{7684A534-84D6-428B-84AA-BDE62DC474D5}" dt="2023-06-14T15:59:16.364" v="113" actId="20577"/>
          <ac:graphicFrameMkLst>
            <pc:docMk/>
            <pc:sldMk cId="1932336789" sldId="4380"/>
            <ac:graphicFrameMk id="103" creationId="{9636B1EC-0231-4490-8F77-2BCCD064C2AE}"/>
          </ac:graphicFrameMkLst>
        </pc:graphicFrameChg>
      </pc:sldChg>
      <pc:sldChg chg="modSp mod">
        <pc:chgData name="Paul Dascani" userId="367b19c1-7450-4796-af21-25803a560922" providerId="ADAL" clId="{7684A534-84D6-428B-84AA-BDE62DC474D5}" dt="2023-06-14T15:59:37.285" v="115"/>
        <pc:sldMkLst>
          <pc:docMk/>
          <pc:sldMk cId="1347212308" sldId="4384"/>
        </pc:sldMkLst>
        <pc:spChg chg="mod">
          <ac:chgData name="Paul Dascani" userId="367b19c1-7450-4796-af21-25803a560922" providerId="ADAL" clId="{7684A534-84D6-428B-84AA-BDE62DC474D5}" dt="2023-06-14T15:59:35.824" v="114" actId="14100"/>
          <ac:spMkLst>
            <pc:docMk/>
            <pc:sldMk cId="1347212308" sldId="4384"/>
            <ac:spMk id="55" creationId="{091FC68F-ACB7-6D48-B419-62DE4907095C}"/>
          </ac:spMkLst>
        </pc:spChg>
        <pc:graphicFrameChg chg="mod">
          <ac:chgData name="Paul Dascani" userId="367b19c1-7450-4796-af21-25803a560922" providerId="ADAL" clId="{7684A534-84D6-428B-84AA-BDE62DC474D5}" dt="2023-06-14T15:59:37.285" v="115"/>
          <ac:graphicFrameMkLst>
            <pc:docMk/>
            <pc:sldMk cId="1347212308" sldId="4384"/>
            <ac:graphicFrameMk id="10" creationId="{AF13B93C-08FF-4CC2-AAA8-FA6F7A2F273B}"/>
          </ac:graphicFrameMkLst>
        </pc:graphicFrameChg>
      </pc:sldChg>
      <pc:sldChg chg="modSp mod">
        <pc:chgData name="Paul Dascani" userId="367b19c1-7450-4796-af21-25803a560922" providerId="ADAL" clId="{7684A534-84D6-428B-84AA-BDE62DC474D5}" dt="2023-01-19T15:28:35.456" v="102" actId="1076"/>
        <pc:sldMkLst>
          <pc:docMk/>
          <pc:sldMk cId="3055203614" sldId="4555"/>
        </pc:sldMkLst>
        <pc:spChg chg="mod">
          <ac:chgData name="Paul Dascani" userId="367b19c1-7450-4796-af21-25803a560922" providerId="ADAL" clId="{7684A534-84D6-428B-84AA-BDE62DC474D5}" dt="2023-01-19T15:28:14.255" v="101" actId="1076"/>
          <ac:spMkLst>
            <pc:docMk/>
            <pc:sldMk cId="3055203614" sldId="4555"/>
            <ac:spMk id="45" creationId="{AAF4A644-C884-48D2-BBDE-0702BE00A101}"/>
          </ac:spMkLst>
        </pc:spChg>
        <pc:spChg chg="mod">
          <ac:chgData name="Paul Dascani" userId="367b19c1-7450-4796-af21-25803a560922" providerId="ADAL" clId="{7684A534-84D6-428B-84AA-BDE62DC474D5}" dt="2023-01-19T15:28:35.456" v="102" actId="1076"/>
          <ac:spMkLst>
            <pc:docMk/>
            <pc:sldMk cId="3055203614" sldId="4555"/>
            <ac:spMk id="46" creationId="{8575D094-C944-4886-9D32-1CDEB784E544}"/>
          </ac:spMkLst>
        </pc:spChg>
      </pc:sldChg>
    </pc:docChg>
  </pc:docChgLst>
  <pc:docChgLst>
    <pc:chgData name="Diana Bonilla" userId="6ac3a299-43ca-4284-a251-74404ae37fc4" providerId="ADAL" clId="{F1F9AB84-6A55-4097-B71C-37B82CC0591B}"/>
    <pc:docChg chg="addSld delSld modSld modSection">
      <pc:chgData name="Diana Bonilla" userId="6ac3a299-43ca-4284-a251-74404ae37fc4" providerId="ADAL" clId="{F1F9AB84-6A55-4097-B71C-37B82CC0591B}" dt="2022-11-28T20:58:11.049" v="2" actId="47"/>
      <pc:docMkLst>
        <pc:docMk/>
      </pc:docMkLst>
      <pc:sldChg chg="del">
        <pc:chgData name="Diana Bonilla" userId="6ac3a299-43ca-4284-a251-74404ae37fc4" providerId="ADAL" clId="{F1F9AB84-6A55-4097-B71C-37B82CC0591B}" dt="2022-11-28T20:58:11.049" v="2" actId="47"/>
        <pc:sldMkLst>
          <pc:docMk/>
          <pc:sldMk cId="1328552893" sldId="4383"/>
        </pc:sldMkLst>
      </pc:sldChg>
      <pc:sldChg chg="add modNotesTx">
        <pc:chgData name="Diana Bonilla" userId="6ac3a299-43ca-4284-a251-74404ae37fc4" providerId="ADAL" clId="{F1F9AB84-6A55-4097-B71C-37B82CC0591B}" dt="2022-11-28T20:58:05.542" v="1" actId="6549"/>
        <pc:sldMkLst>
          <pc:docMk/>
          <pc:sldMk cId="3055203614" sldId="4555"/>
        </pc:sldMkLst>
      </pc:sldChg>
    </pc:docChg>
  </pc:docChgLst>
  <pc:docChgLst>
    <pc:chgData name="Patrick Duncker" userId="470a1f15-4613-407b-89b9-4d9ef8c0bcbd" providerId="ADAL" clId="{6D051B60-CBA0-4345-ABB3-5AC6C2978BB1}"/>
    <pc:docChg chg="undo custSel modSld">
      <pc:chgData name="Patrick Duncker" userId="470a1f15-4613-407b-89b9-4d9ef8c0bcbd" providerId="ADAL" clId="{6D051B60-CBA0-4345-ABB3-5AC6C2978BB1}" dt="2022-11-01T13:39:17.994" v="44" actId="1076"/>
      <pc:docMkLst>
        <pc:docMk/>
      </pc:docMkLst>
      <pc:sldChg chg="modSp mod">
        <pc:chgData name="Patrick Duncker" userId="470a1f15-4613-407b-89b9-4d9ef8c0bcbd" providerId="ADAL" clId="{6D051B60-CBA0-4345-ABB3-5AC6C2978BB1}" dt="2022-11-01T13:38:30.429" v="16" actId="1076"/>
        <pc:sldMkLst>
          <pc:docMk/>
          <pc:sldMk cId="3838716270" sldId="4379"/>
        </pc:sldMkLst>
        <pc:spChg chg="mod">
          <ac:chgData name="Patrick Duncker" userId="470a1f15-4613-407b-89b9-4d9ef8c0bcbd" providerId="ADAL" clId="{6D051B60-CBA0-4345-ABB3-5AC6C2978BB1}" dt="2022-11-01T13:38:30.429" v="16" actId="1076"/>
          <ac:spMkLst>
            <pc:docMk/>
            <pc:sldMk cId="3838716270" sldId="4379"/>
            <ac:spMk id="55" creationId="{091FC68F-ACB7-6D48-B419-62DE4907095C}"/>
          </ac:spMkLst>
        </pc:spChg>
        <pc:picChg chg="mod">
          <ac:chgData name="Patrick Duncker" userId="470a1f15-4613-407b-89b9-4d9ef8c0bcbd" providerId="ADAL" clId="{6D051B60-CBA0-4345-ABB3-5AC6C2978BB1}" dt="2022-11-01T13:37:44.755" v="4" actId="1036"/>
          <ac:picMkLst>
            <pc:docMk/>
            <pc:sldMk cId="3838716270" sldId="4379"/>
            <ac:picMk id="17" creationId="{79384AF9-010B-CC4D-AF5B-5B19398C0DFF}"/>
          </ac:picMkLst>
        </pc:picChg>
      </pc:sldChg>
      <pc:sldChg chg="addSp delSp modSp mod">
        <pc:chgData name="Patrick Duncker" userId="470a1f15-4613-407b-89b9-4d9ef8c0bcbd" providerId="ADAL" clId="{6D051B60-CBA0-4345-ABB3-5AC6C2978BB1}" dt="2022-11-01T13:38:22.329" v="15" actId="1076"/>
        <pc:sldMkLst>
          <pc:docMk/>
          <pc:sldMk cId="1932336789" sldId="4380"/>
        </pc:sldMkLst>
        <pc:spChg chg="mod">
          <ac:chgData name="Patrick Duncker" userId="470a1f15-4613-407b-89b9-4d9ef8c0bcbd" providerId="ADAL" clId="{6D051B60-CBA0-4345-ABB3-5AC6C2978BB1}" dt="2022-11-01T13:38:22.329" v="15" actId="1076"/>
          <ac:spMkLst>
            <pc:docMk/>
            <pc:sldMk cId="1932336789" sldId="4380"/>
            <ac:spMk id="55" creationId="{091FC68F-ACB7-6D48-B419-62DE4907095C}"/>
          </ac:spMkLst>
        </pc:spChg>
        <pc:picChg chg="add mod">
          <ac:chgData name="Patrick Duncker" userId="470a1f15-4613-407b-89b9-4d9ef8c0bcbd" providerId="ADAL" clId="{6D051B60-CBA0-4345-ABB3-5AC6C2978BB1}" dt="2022-11-01T13:37:51.710" v="6"/>
          <ac:picMkLst>
            <pc:docMk/>
            <pc:sldMk cId="1932336789" sldId="4380"/>
            <ac:picMk id="2" creationId="{6E11B9E4-D1B0-6A77-679B-D1C83C8C0EB2}"/>
          </ac:picMkLst>
        </pc:picChg>
        <pc:picChg chg="del">
          <ac:chgData name="Patrick Duncker" userId="470a1f15-4613-407b-89b9-4d9ef8c0bcbd" providerId="ADAL" clId="{6D051B60-CBA0-4345-ABB3-5AC6C2978BB1}" dt="2022-11-01T13:37:51.393" v="5" actId="478"/>
          <ac:picMkLst>
            <pc:docMk/>
            <pc:sldMk cId="1932336789" sldId="4380"/>
            <ac:picMk id="17" creationId="{79384AF9-010B-CC4D-AF5B-5B19398C0DFF}"/>
          </ac:picMkLst>
        </pc:picChg>
      </pc:sldChg>
      <pc:sldChg chg="addSp delSp modSp mod">
        <pc:chgData name="Patrick Duncker" userId="470a1f15-4613-407b-89b9-4d9ef8c0bcbd" providerId="ADAL" clId="{6D051B60-CBA0-4345-ABB3-5AC6C2978BB1}" dt="2022-11-01T13:38:39.946" v="18" actId="1076"/>
        <pc:sldMkLst>
          <pc:docMk/>
          <pc:sldMk cId="3109551301" sldId="4381"/>
        </pc:sldMkLst>
        <pc:spChg chg="mod">
          <ac:chgData name="Patrick Duncker" userId="470a1f15-4613-407b-89b9-4d9ef8c0bcbd" providerId="ADAL" clId="{6D051B60-CBA0-4345-ABB3-5AC6C2978BB1}" dt="2022-11-01T13:38:39.946" v="18" actId="1076"/>
          <ac:spMkLst>
            <pc:docMk/>
            <pc:sldMk cId="3109551301" sldId="4381"/>
            <ac:spMk id="55" creationId="{091FC68F-ACB7-6D48-B419-62DE4907095C}"/>
          </ac:spMkLst>
        </pc:spChg>
        <pc:picChg chg="add mod">
          <ac:chgData name="Patrick Duncker" userId="470a1f15-4613-407b-89b9-4d9ef8c0bcbd" providerId="ADAL" clId="{6D051B60-CBA0-4345-ABB3-5AC6C2978BB1}" dt="2022-11-01T13:37:54.772" v="8"/>
          <ac:picMkLst>
            <pc:docMk/>
            <pc:sldMk cId="3109551301" sldId="4381"/>
            <ac:picMk id="2" creationId="{C1EB1751-8C5C-3C09-D830-8125C98D6744}"/>
          </ac:picMkLst>
        </pc:picChg>
        <pc:picChg chg="del">
          <ac:chgData name="Patrick Duncker" userId="470a1f15-4613-407b-89b9-4d9ef8c0bcbd" providerId="ADAL" clId="{6D051B60-CBA0-4345-ABB3-5AC6C2978BB1}" dt="2022-11-01T13:37:54.498" v="7" actId="478"/>
          <ac:picMkLst>
            <pc:docMk/>
            <pc:sldMk cId="3109551301" sldId="4381"/>
            <ac:picMk id="17" creationId="{79384AF9-010B-CC4D-AF5B-5B19398C0DFF}"/>
          </ac:picMkLst>
        </pc:picChg>
      </pc:sldChg>
      <pc:sldChg chg="addSp delSp modSp mod">
        <pc:chgData name="Patrick Duncker" userId="470a1f15-4613-407b-89b9-4d9ef8c0bcbd" providerId="ADAL" clId="{6D051B60-CBA0-4345-ABB3-5AC6C2978BB1}" dt="2022-11-01T13:38:46.966" v="19" actId="1076"/>
        <pc:sldMkLst>
          <pc:docMk/>
          <pc:sldMk cId="276444429" sldId="4382"/>
        </pc:sldMkLst>
        <pc:spChg chg="mod">
          <ac:chgData name="Patrick Duncker" userId="470a1f15-4613-407b-89b9-4d9ef8c0bcbd" providerId="ADAL" clId="{6D051B60-CBA0-4345-ABB3-5AC6C2978BB1}" dt="2022-11-01T13:38:46.966" v="19" actId="1076"/>
          <ac:spMkLst>
            <pc:docMk/>
            <pc:sldMk cId="276444429" sldId="4382"/>
            <ac:spMk id="55" creationId="{091FC68F-ACB7-6D48-B419-62DE4907095C}"/>
          </ac:spMkLst>
        </pc:spChg>
        <pc:picChg chg="add mod">
          <ac:chgData name="Patrick Duncker" userId="470a1f15-4613-407b-89b9-4d9ef8c0bcbd" providerId="ADAL" clId="{6D051B60-CBA0-4345-ABB3-5AC6C2978BB1}" dt="2022-11-01T13:37:57.518" v="10"/>
          <ac:picMkLst>
            <pc:docMk/>
            <pc:sldMk cId="276444429" sldId="4382"/>
            <ac:picMk id="2" creationId="{AF4E6A66-6739-AC9B-1FEF-503E7E4FF442}"/>
          </ac:picMkLst>
        </pc:picChg>
        <pc:picChg chg="del">
          <ac:chgData name="Patrick Duncker" userId="470a1f15-4613-407b-89b9-4d9ef8c0bcbd" providerId="ADAL" clId="{6D051B60-CBA0-4345-ABB3-5AC6C2978BB1}" dt="2022-11-01T13:37:57.130" v="9" actId="478"/>
          <ac:picMkLst>
            <pc:docMk/>
            <pc:sldMk cId="276444429" sldId="4382"/>
            <ac:picMk id="17" creationId="{79384AF9-010B-CC4D-AF5B-5B19398C0DFF}"/>
          </ac:picMkLst>
        </pc:picChg>
      </pc:sldChg>
      <pc:sldChg chg="addSp delSp modSp mod">
        <pc:chgData name="Patrick Duncker" userId="470a1f15-4613-407b-89b9-4d9ef8c0bcbd" providerId="ADAL" clId="{6D051B60-CBA0-4345-ABB3-5AC6C2978BB1}" dt="2022-11-01T13:39:07.936" v="42" actId="1036"/>
        <pc:sldMkLst>
          <pc:docMk/>
          <pc:sldMk cId="1328552893" sldId="4383"/>
        </pc:sldMkLst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4" creationId="{44628383-2A45-4074-824A-3BFCB17ED95E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14" creationId="{50EE87CF-ED72-4339-B189-ED52801F358B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18" creationId="{0BF76BC8-1FA1-4365-A9C6-BBF1D04EC58D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19" creationId="{DD06546C-DB0F-491F-943B-AA81B61C4A85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20" creationId="{4DA67860-F57A-4AF9-82A0-8C1091D982AF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21" creationId="{59F9F8B3-D769-4CBF-96D7-6FD5E853EB2F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44" creationId="{F2DFCAD7-7BBF-45D8-BFEE-F05080D8FF67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45" creationId="{AAF4A644-C884-48D2-BBDE-0702BE00A101}"/>
          </ac:spMkLst>
        </pc:spChg>
        <pc:spChg chg="mod">
          <ac:chgData name="Patrick Duncker" userId="470a1f15-4613-407b-89b9-4d9ef8c0bcbd" providerId="ADAL" clId="{6D051B60-CBA0-4345-ABB3-5AC6C2978BB1}" dt="2022-11-01T13:39:07.936" v="42" actId="1036"/>
          <ac:spMkLst>
            <pc:docMk/>
            <pc:sldMk cId="1328552893" sldId="4383"/>
            <ac:spMk id="46" creationId="{8575D094-C944-4886-9D32-1CDEB784E544}"/>
          </ac:spMkLst>
        </pc:spChg>
        <pc:spChg chg="mod">
          <ac:chgData name="Patrick Duncker" userId="470a1f15-4613-407b-89b9-4d9ef8c0bcbd" providerId="ADAL" clId="{6D051B60-CBA0-4345-ABB3-5AC6C2978BB1}" dt="2022-11-01T13:38:56.843" v="21" actId="1076"/>
          <ac:spMkLst>
            <pc:docMk/>
            <pc:sldMk cId="1328552893" sldId="4383"/>
            <ac:spMk id="55" creationId="{091FC68F-ACB7-6D48-B419-62DE4907095C}"/>
          </ac:spMkLst>
        </pc:spChg>
        <pc:graphicFrameChg chg="mod">
          <ac:chgData name="Patrick Duncker" userId="470a1f15-4613-407b-89b9-4d9ef8c0bcbd" providerId="ADAL" clId="{6D051B60-CBA0-4345-ABB3-5AC6C2978BB1}" dt="2022-11-01T13:39:07.936" v="42" actId="1036"/>
          <ac:graphicFrameMkLst>
            <pc:docMk/>
            <pc:sldMk cId="1328552893" sldId="4383"/>
            <ac:graphicFrameMk id="16" creationId="{F4D47153-D818-4EDE-B34A-6A02087C20ED}"/>
          </ac:graphicFrameMkLst>
        </pc:graphicFrameChg>
        <pc:picChg chg="add mod">
          <ac:chgData name="Patrick Duncker" userId="470a1f15-4613-407b-89b9-4d9ef8c0bcbd" providerId="ADAL" clId="{6D051B60-CBA0-4345-ABB3-5AC6C2978BB1}" dt="2022-11-01T13:38:00.174" v="12"/>
          <ac:picMkLst>
            <pc:docMk/>
            <pc:sldMk cId="1328552893" sldId="4383"/>
            <ac:picMk id="2" creationId="{01FCB136-4172-8EE2-D565-48A049EFFEC2}"/>
          </ac:picMkLst>
        </pc:picChg>
        <pc:picChg chg="del">
          <ac:chgData name="Patrick Duncker" userId="470a1f15-4613-407b-89b9-4d9ef8c0bcbd" providerId="ADAL" clId="{6D051B60-CBA0-4345-ABB3-5AC6C2978BB1}" dt="2022-11-01T13:37:59.876" v="11" actId="478"/>
          <ac:picMkLst>
            <pc:docMk/>
            <pc:sldMk cId="1328552893" sldId="4383"/>
            <ac:picMk id="17" creationId="{79384AF9-010B-CC4D-AF5B-5B19398C0DFF}"/>
          </ac:picMkLst>
        </pc:picChg>
      </pc:sldChg>
      <pc:sldChg chg="addSp delSp modSp mod">
        <pc:chgData name="Patrick Duncker" userId="470a1f15-4613-407b-89b9-4d9ef8c0bcbd" providerId="ADAL" clId="{6D051B60-CBA0-4345-ABB3-5AC6C2978BB1}" dt="2022-11-01T13:39:17.994" v="44" actId="1076"/>
        <pc:sldMkLst>
          <pc:docMk/>
          <pc:sldMk cId="1347212308" sldId="4384"/>
        </pc:sldMkLst>
        <pc:spChg chg="mod">
          <ac:chgData name="Patrick Duncker" userId="470a1f15-4613-407b-89b9-4d9ef8c0bcbd" providerId="ADAL" clId="{6D051B60-CBA0-4345-ABB3-5AC6C2978BB1}" dt="2022-11-01T13:39:17.994" v="44" actId="1076"/>
          <ac:spMkLst>
            <pc:docMk/>
            <pc:sldMk cId="1347212308" sldId="4384"/>
            <ac:spMk id="55" creationId="{091FC68F-ACB7-6D48-B419-62DE4907095C}"/>
          </ac:spMkLst>
        </pc:spChg>
        <pc:picChg chg="del">
          <ac:chgData name="Patrick Duncker" userId="470a1f15-4613-407b-89b9-4d9ef8c0bcbd" providerId="ADAL" clId="{6D051B60-CBA0-4345-ABB3-5AC6C2978BB1}" dt="2022-11-01T13:38:03.565" v="13" actId="478"/>
          <ac:picMkLst>
            <pc:docMk/>
            <pc:sldMk cId="1347212308" sldId="4384"/>
            <ac:picMk id="8" creationId="{9F6AD877-EDAD-4416-A728-CA5A063FA288}"/>
          </ac:picMkLst>
        </pc:picChg>
        <pc:picChg chg="add mod">
          <ac:chgData name="Patrick Duncker" userId="470a1f15-4613-407b-89b9-4d9ef8c0bcbd" providerId="ADAL" clId="{6D051B60-CBA0-4345-ABB3-5AC6C2978BB1}" dt="2022-11-01T13:38:03.862" v="14"/>
          <ac:picMkLst>
            <pc:docMk/>
            <pc:sldMk cId="1347212308" sldId="4384"/>
            <ac:picMk id="23" creationId="{FF86F27B-6086-7280-CBE6-3D86B2813D00}"/>
          </ac:picMkLst>
        </pc:picChg>
      </pc:sldChg>
    </pc:docChg>
  </pc:docChgLst>
  <pc:docChgLst>
    <pc:chgData name="Patrick Duncker" userId="S::pduncker@cytekbio.com::470a1f15-4613-407b-89b9-4d9ef8c0bcbd" providerId="AD" clId="Web-{843214EA-B45A-858F-0391-0340B331B0D6}"/>
    <pc:docChg chg="modSld">
      <pc:chgData name="Patrick Duncker" userId="S::pduncker@cytekbio.com::470a1f15-4613-407b-89b9-4d9ef8c0bcbd" providerId="AD" clId="Web-{843214EA-B45A-858F-0391-0340B331B0D6}" dt="2022-11-01T13:27:01.585" v="1" actId="1076"/>
      <pc:docMkLst>
        <pc:docMk/>
      </pc:docMkLst>
      <pc:sldChg chg="modSp">
        <pc:chgData name="Patrick Duncker" userId="S::pduncker@cytekbio.com::470a1f15-4613-407b-89b9-4d9ef8c0bcbd" providerId="AD" clId="Web-{843214EA-B45A-858F-0391-0340B331B0D6}" dt="2022-11-01T13:27:01.585" v="1" actId="1076"/>
        <pc:sldMkLst>
          <pc:docMk/>
          <pc:sldMk cId="1347212308" sldId="4384"/>
        </pc:sldMkLst>
        <pc:spChg chg="mod">
          <ac:chgData name="Patrick Duncker" userId="S::pduncker@cytekbio.com::470a1f15-4613-407b-89b9-4d9ef8c0bcbd" providerId="AD" clId="Web-{843214EA-B45A-858F-0391-0340B331B0D6}" dt="2022-11-01T13:27:01.585" v="1" actId="1076"/>
          <ac:spMkLst>
            <pc:docMk/>
            <pc:sldMk cId="1347212308" sldId="4384"/>
            <ac:spMk id="15" creationId="{2010C6A6-76D7-6607-17AF-93593F1D4C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38FB3A-0EF4-C449-A2DD-CEF6077758DB}" type="datetimeFigureOut">
              <a:rPr lang="en-US" smtClean="0"/>
              <a:t>6/14/23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7616AB6-F5C4-9147-9468-C03D74FF3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36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5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6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31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65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56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6AB6-F5C4-9147-9468-C03D74FF39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5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7F35-2D82-7745-A9A3-7A10FFE0C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423D5-6F57-A045-BB2E-77DEA1253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CBEA4-97F6-2E4E-AD68-260A4475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BC486-C0A2-914B-A865-224E119C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6514-A1B7-CB47-B5A9-B50273BB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5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F28-75B9-6344-B565-3BF83FA7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64317-B039-C349-8A9C-0A98CBEB6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7B190-CB1D-F442-8F5E-9C9E2B17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AA38C-B20C-1B43-8298-8415E655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BFE0F-0742-784D-82C2-6948207F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3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207D-57E2-F84E-ADE8-2501E14B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1A4E5-D8B6-A04D-A119-DD3877E7F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5E581-3BEC-AA46-8488-F932E4B1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4FBF8-2BE8-C148-81C4-C0D5ABE6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60AA4-8A93-8747-AC33-B3B6F839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0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ED65-F1A7-474E-A651-DFC6CA10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DB0D-0F8C-074E-8065-E50E6E6CF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C434F-3FA1-934F-B9AE-41BD7E5F9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ECB4F-B349-3C40-8A2E-00B38067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00C80-9020-3842-8ACE-7499129B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1F020-D979-A54B-BD1B-9344CA10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F57F-2969-934B-9284-AB7CC168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37F2A-7E67-1846-8891-D9FACC582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FD32F-B5AD-BC44-8693-BB780FFF4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2CA87-46F7-5147-83BC-52DD0F161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E6F59-0E9A-344A-A361-1322A80BE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1B1B2-BA2A-3643-A058-83E53764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2273A-5519-3D43-A4CB-40888025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BB03B-4DC6-0F48-88E3-8D4E27B8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4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812D-760E-2449-BB4B-8FF76F73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70D06-E47B-1242-829B-85241D81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4C90B-3A18-7248-B47E-FFA84316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9312D-1D62-2F47-B3F8-59D14811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8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3CB1F-5321-7C43-87B6-3D73776C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4BA02-AF65-714F-BE8D-08F322C0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758D-391A-2344-9E60-D92CE528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3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E0AF-E26A-A740-A8D8-F6BEE97B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7EE3-5893-1A42-A6A1-7AE7FEB6B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9121-31F3-1F4C-8363-51ACF05B8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4171E-F281-884D-80BA-ED5CA240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354F6-32D7-054D-A0F2-9DE1B948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C3955-F2B6-5E44-ABAD-C19E2477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8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74FF-423E-8549-95C1-F5E03719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C9A44F-C02A-2646-B486-C25A713C8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FB337-E0EE-DF41-8F81-F48703AC9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CE483-246B-4F4C-91B5-D16AD708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612F0-02D8-E94B-BAB4-C0A4F60B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9F615-C271-0D49-BD0D-08439809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094D-DF1F-A64B-BA96-86AEE511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C96EE-2D19-DC40-8C0D-453C09C65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E3BB4-6C18-C848-B067-ADEA967C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9940-ED07-A74A-BF56-390A3949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FB8FD-E9CB-BA4C-A8BB-D6B66875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9284D-294C-D84D-BC8F-4DEF692ED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124AF-B8B4-024A-A1E7-04F32A6D3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B16F-B587-D643-9185-2EF62066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C5469-2CE3-D143-A079-F2189499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B2D8-1800-624C-9CB9-918F5026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62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A529561-6F81-4EFA-9347-18FB72B3DB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1999" cy="6858000"/>
          </a:xfrm>
          <a:custGeom>
            <a:avLst/>
            <a:gdLst>
              <a:gd name="connsiteX0" fmla="*/ 0 w 5164667"/>
              <a:gd name="connsiteY0" fmla="*/ 0 h 6858000"/>
              <a:gd name="connsiteX1" fmla="*/ 5164667 w 5164667"/>
              <a:gd name="connsiteY1" fmla="*/ 0 h 6858000"/>
              <a:gd name="connsiteX2" fmla="*/ 5164667 w 5164667"/>
              <a:gd name="connsiteY2" fmla="*/ 6858000 h 6858000"/>
              <a:gd name="connsiteX3" fmla="*/ 0 w 516466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4667" h="6858000">
                <a:moveTo>
                  <a:pt x="0" y="0"/>
                </a:moveTo>
                <a:lnTo>
                  <a:pt x="5164667" y="0"/>
                </a:lnTo>
                <a:lnTo>
                  <a:pt x="5164667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>
                <a:latin typeface="Frutiger" panose="020B0500000000000000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3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67917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2" orient="horz" pos="1536">
          <p15:clr>
            <a:srgbClr val="FBAE40"/>
          </p15:clr>
        </p15:guide>
        <p15:guide id="4" pos="1176">
          <p15:clr>
            <a:srgbClr val="FBAE40"/>
          </p15:clr>
        </p15:guide>
        <p15:guide id="5" pos="10392">
          <p15:clr>
            <a:srgbClr val="FBAE40"/>
          </p15:clr>
        </p15:guide>
        <p15:guide id="6" pos="6600">
          <p15:clr>
            <a:srgbClr val="FBAE40"/>
          </p15:clr>
        </p15:guide>
        <p15:guide id="7" pos="4944">
          <p15:clr>
            <a:srgbClr val="FBAE40"/>
          </p15:clr>
        </p15:guide>
        <p15:guide id="8" orient="horz" pos="840">
          <p15:clr>
            <a:srgbClr val="FBAE40"/>
          </p15:clr>
        </p15:guide>
        <p15:guide id="9" orient="horz" pos="1872">
          <p15:clr>
            <a:srgbClr val="FBAE40"/>
          </p15:clr>
        </p15:guide>
        <p15:guide id="10" orient="horz" pos="561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040F-F9E6-444C-BB0D-2020C0CA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8663"/>
          </a:xfrm>
          <a:solidFill>
            <a:srgbClr val="0070C0"/>
          </a:solidFill>
        </p:spPr>
        <p:txBody>
          <a:bodyPr/>
          <a:lstStyle>
            <a:lvl1pPr marL="223838" indent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42E84-DB23-4007-903C-76CED1C73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B4DFE9-C4CC-41CF-8D41-E9DB6B3D7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99" y="6344955"/>
            <a:ext cx="638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CA5C8-A6D5-3F40-A5A2-DE9B1BE27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D59B5-633A-7F43-8123-19FA3529B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CC4EF-7794-9740-8A34-DC8227DEF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67BB9-FEF9-2C47-8554-34F630DA18EF}" type="datetimeFigureOut">
              <a:rPr lang="en-US" smtClean="0"/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CC07F-5152-0747-B093-96D54CBC7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5E66-17F6-0E4B-B2B6-79187D6AB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B5618-802C-CB45-BBB0-67D90AAE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1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1" r:id="rId13"/>
    <p:sldLayoutId id="214748371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nature, night sky, outdoor object, comet&#10;&#10;Description automatically generated">
            <a:extLst>
              <a:ext uri="{FF2B5EF4-FFF2-40B4-BE49-F238E27FC236}">
                <a16:creationId xmlns:a16="http://schemas.microsoft.com/office/drawing/2014/main" id="{2EEFFE7A-7B3E-E54F-9899-3A3AD2E683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48713" r="1359" b="15343"/>
          <a:stretch/>
        </p:blipFill>
        <p:spPr>
          <a:xfrm>
            <a:off x="1" y="6376737"/>
            <a:ext cx="12192000" cy="481263"/>
          </a:xfrm>
          <a:prstGeom prst="rect">
            <a:avLst/>
          </a:prstGeom>
        </p:spPr>
      </p:pic>
      <p:pic>
        <p:nvPicPr>
          <p:cNvPr id="3" name="Picture 2" descr="Text, logo&#10;&#10;Description automatically generated">
            <a:extLst>
              <a:ext uri="{FF2B5EF4-FFF2-40B4-BE49-F238E27FC236}">
                <a16:creationId xmlns:a16="http://schemas.microsoft.com/office/drawing/2014/main" id="{F471624A-870B-D144-81B1-8A72F83A9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209" y="223177"/>
            <a:ext cx="3859095" cy="12719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6E70B6-2366-48B1-B971-8BC1C6CB5A22}"/>
              </a:ext>
            </a:extLst>
          </p:cNvPr>
          <p:cNvSpPr txBox="1"/>
          <p:nvPr/>
        </p:nvSpPr>
        <p:spPr>
          <a:xfrm>
            <a:off x="9712049" y="6480934"/>
            <a:ext cx="3526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A1B43-A00F-4960-9E31-58A18F32628B}"/>
              </a:ext>
            </a:extLst>
          </p:cNvPr>
          <p:cNvSpPr txBox="1"/>
          <p:nvPr/>
        </p:nvSpPr>
        <p:spPr>
          <a:xfrm>
            <a:off x="449442" y="610833"/>
            <a:ext cx="77497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>
                <a:solidFill>
                  <a:schemeClr val="accent1"/>
                </a:solidFill>
                <a:latin typeface="Texta Black" pitchFamily="2" charset="77"/>
              </a:rPr>
              <a:t>Exercise #5</a:t>
            </a:r>
          </a:p>
        </p:txBody>
      </p:sp>
      <p:sp>
        <p:nvSpPr>
          <p:cNvPr id="9" name="Shape 1021">
            <a:extLst>
              <a:ext uri="{FF2B5EF4-FFF2-40B4-BE49-F238E27FC236}">
                <a16:creationId xmlns:a16="http://schemas.microsoft.com/office/drawing/2014/main" id="{85BD7504-FC5B-4F94-8EE7-3589A0382796}"/>
              </a:ext>
            </a:extLst>
          </p:cNvPr>
          <p:cNvSpPr/>
          <p:nvPr/>
        </p:nvSpPr>
        <p:spPr>
          <a:xfrm>
            <a:off x="542451" y="1278957"/>
            <a:ext cx="8609166" cy="1965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0" tIns="0" rIns="0" bIns="0" anchor="t" anchorCtr="0">
            <a:noAutofit/>
          </a:bodyPr>
          <a:lstStyle>
            <a:lvl1pPr algn="l">
              <a:lnSpc>
                <a:spcPct val="130000"/>
              </a:lnSpc>
              <a:spcBef>
                <a:spcPts val="500"/>
              </a:spcBef>
              <a:defRPr sz="2200">
                <a:solidFill>
                  <a:srgbClr val="C1C6CA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>
                <a:solidFill>
                  <a:srgbClr val="92C857"/>
                </a:solidFill>
                <a:latin typeface="Texta" pitchFamily="2" charset="77"/>
                <a:cs typeface="Arial" panose="020B0604020202020204" pitchFamily="34" charset="0"/>
              </a:rPr>
              <a:t>Design a Panel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EDD7B-DA84-4F13-88B5-6CA182FC3C36}"/>
              </a:ext>
            </a:extLst>
          </p:cNvPr>
          <p:cNvSpPr txBox="1"/>
          <p:nvPr/>
        </p:nvSpPr>
        <p:spPr>
          <a:xfrm>
            <a:off x="904434" y="2204881"/>
            <a:ext cx="10571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Texta Black"/>
              </a:rPr>
              <a:t>Aims:</a:t>
            </a:r>
          </a:p>
          <a:p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latin typeface="Texta Black"/>
              </a:rPr>
              <a:t>Design an 11-color panel: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latin typeface="Texta Black"/>
              </a:rPr>
              <a:t>Classify the antigens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latin typeface="Texta Black"/>
              </a:rPr>
              <a:t>Consider co-expression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latin typeface="Texta Black"/>
              </a:rPr>
              <a:t>Characterize spread of available fluorochromes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latin typeface="Texta Black"/>
              </a:rPr>
              <a:t>Assign fluorochromes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361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91FC68F-ACB7-6D48-B419-62DE4907095C}"/>
              </a:ext>
            </a:extLst>
          </p:cNvPr>
          <p:cNvSpPr txBox="1"/>
          <p:nvPr/>
        </p:nvSpPr>
        <p:spPr>
          <a:xfrm>
            <a:off x="841248" y="225808"/>
            <a:ext cx="1113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Texta Black" pitchFamily="2" charset="77"/>
              </a:rPr>
              <a:t>Exercise 5 </a:t>
            </a:r>
            <a:r>
              <a:rPr lang="en-US" sz="3600" b="1" dirty="0">
                <a:solidFill>
                  <a:schemeClr val="accent2"/>
                </a:solidFill>
                <a:latin typeface="Texta Black" pitchFamily="2" charset="77"/>
              </a:rPr>
              <a:t>Steps to </a:t>
            </a:r>
            <a:r>
              <a:rPr lang="en-US" sz="3600" b="1" dirty="0">
                <a:solidFill>
                  <a:srgbClr val="91CE55"/>
                </a:solidFill>
                <a:latin typeface="Texta Black" pitchFamily="2" charset="77"/>
              </a:rPr>
              <a:t>Assigning </a:t>
            </a:r>
            <a:r>
              <a:rPr lang="en-US" sz="3600" b="1" dirty="0" err="1">
                <a:solidFill>
                  <a:srgbClr val="91CE55"/>
                </a:solidFill>
                <a:latin typeface="Texta Black" pitchFamily="2" charset="77"/>
              </a:rPr>
              <a:t>Fluors</a:t>
            </a:r>
            <a:r>
              <a:rPr lang="en-US" sz="3600" b="1" dirty="0">
                <a:solidFill>
                  <a:srgbClr val="91CE55"/>
                </a:solidFill>
                <a:latin typeface="Texta Black" pitchFamily="2" charset="77"/>
              </a:rPr>
              <a:t> in a Panel</a:t>
            </a:r>
            <a:endParaRPr lang="en-US" sz="3600" b="1" dirty="0">
              <a:solidFill>
                <a:schemeClr val="accent2"/>
              </a:solidFill>
              <a:latin typeface="Texta Black" pitchFamily="2" charset="77"/>
            </a:endParaRPr>
          </a:p>
        </p:txBody>
      </p:sp>
      <p:pic>
        <p:nvPicPr>
          <p:cNvPr id="17" name="Picture 16" descr="Text, logo&#10;&#10;Description automatically generated">
            <a:extLst>
              <a:ext uri="{FF2B5EF4-FFF2-40B4-BE49-F238E27FC236}">
                <a16:creationId xmlns:a16="http://schemas.microsoft.com/office/drawing/2014/main" id="{79384AF9-010B-CC4D-AF5B-5B19398C0D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043" r="70840"/>
          <a:stretch/>
        </p:blipFill>
        <p:spPr>
          <a:xfrm>
            <a:off x="228600" y="225808"/>
            <a:ext cx="530325" cy="6463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AC2F9D-DECC-42F2-888C-2C1B7F1A2DD9}"/>
              </a:ext>
            </a:extLst>
          </p:cNvPr>
          <p:cNvSpPr txBox="1"/>
          <p:nvPr/>
        </p:nvSpPr>
        <p:spPr>
          <a:xfrm>
            <a:off x="9668520" y="6473079"/>
            <a:ext cx="3526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7E17492B-392B-4F26-BEBB-3BD48C1BBB91}"/>
              </a:ext>
            </a:extLst>
          </p:cNvPr>
          <p:cNvSpPr txBox="1">
            <a:spLocks/>
          </p:cNvSpPr>
          <p:nvPr/>
        </p:nvSpPr>
        <p:spPr>
          <a:xfrm>
            <a:off x="1236020" y="1275474"/>
            <a:ext cx="3084739" cy="5655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bg2">
                    <a:lumMod val="50000"/>
                  </a:schemeClr>
                </a:solidFill>
                <a:latin typeface="Texta Book" pitchFamily="2" charset="77"/>
              </a:rPr>
              <a:t>Classify the antigens</a:t>
            </a:r>
          </a:p>
          <a:p>
            <a:pPr marL="457200" lvl="1" indent="0">
              <a:buNone/>
            </a:pPr>
            <a:endParaRPr lang="en-US">
              <a:solidFill>
                <a:schemeClr val="bg2">
                  <a:lumMod val="50000"/>
                </a:schemeClr>
              </a:solidFill>
              <a:latin typeface="Texta Book" pitchFamily="2" charset="77"/>
            </a:endParaRPr>
          </a:p>
          <a:p>
            <a:pPr marL="457200" lvl="1" indent="0">
              <a:buNone/>
            </a:pPr>
            <a:endParaRPr lang="en-US">
              <a:solidFill>
                <a:schemeClr val="bg2">
                  <a:lumMod val="50000"/>
                </a:schemeClr>
              </a:solidFill>
              <a:latin typeface="Texta Book" pitchFamily="2" charset="77"/>
            </a:endParaRPr>
          </a:p>
          <a:p>
            <a:endParaRPr lang="en-US"/>
          </a:p>
        </p:txBody>
      </p:sp>
      <p:grpSp>
        <p:nvGrpSpPr>
          <p:cNvPr id="107" name="Group 1740">
            <a:extLst>
              <a:ext uri="{FF2B5EF4-FFF2-40B4-BE49-F238E27FC236}">
                <a16:creationId xmlns:a16="http://schemas.microsoft.com/office/drawing/2014/main" id="{1382A07B-FC73-495A-9F21-1522DACE2B04}"/>
              </a:ext>
            </a:extLst>
          </p:cNvPr>
          <p:cNvGrpSpPr/>
          <p:nvPr/>
        </p:nvGrpSpPr>
        <p:grpSpPr>
          <a:xfrm>
            <a:off x="564892" y="1275474"/>
            <a:ext cx="455597" cy="456047"/>
            <a:chOff x="0" y="0"/>
            <a:chExt cx="911191" cy="912090"/>
          </a:xfrm>
        </p:grpSpPr>
        <p:sp>
          <p:nvSpPr>
            <p:cNvPr id="109" name="Shape 1738">
              <a:extLst>
                <a:ext uri="{FF2B5EF4-FFF2-40B4-BE49-F238E27FC236}">
                  <a16:creationId xmlns:a16="http://schemas.microsoft.com/office/drawing/2014/main" id="{843174DA-0E0B-4761-B0B4-5E8B01AA3E48}"/>
                </a:ext>
              </a:extLst>
            </p:cNvPr>
            <p:cNvSpPr/>
            <p:nvPr/>
          </p:nvSpPr>
          <p:spPr>
            <a:xfrm>
              <a:off x="35367" y="277147"/>
              <a:ext cx="875824" cy="634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53" y="2123"/>
                  </a:moveTo>
                  <a:lnTo>
                    <a:pt x="20560" y="0"/>
                  </a:lnTo>
                  <a:cubicBezTo>
                    <a:pt x="21121" y="1837"/>
                    <a:pt x="21431" y="3854"/>
                    <a:pt x="21431" y="5972"/>
                  </a:cubicBezTo>
                  <a:cubicBezTo>
                    <a:pt x="21431" y="14474"/>
                    <a:pt x="16436" y="21366"/>
                    <a:pt x="10275" y="21366"/>
                  </a:cubicBezTo>
                  <a:cubicBezTo>
                    <a:pt x="5658" y="21366"/>
                    <a:pt x="1696" y="17496"/>
                    <a:pt x="0" y="11978"/>
                  </a:cubicBezTo>
                  <a:cubicBezTo>
                    <a:pt x="0" y="11979"/>
                    <a:pt x="0" y="11979"/>
                    <a:pt x="0" y="11980"/>
                  </a:cubicBezTo>
                  <a:lnTo>
                    <a:pt x="905" y="14750"/>
                  </a:lnTo>
                  <a:cubicBezTo>
                    <a:pt x="2942" y="18884"/>
                    <a:pt x="6379" y="21600"/>
                    <a:pt x="10275" y="21600"/>
                  </a:cubicBezTo>
                  <a:cubicBezTo>
                    <a:pt x="16530" y="21600"/>
                    <a:pt x="21600" y="14603"/>
                    <a:pt x="21600" y="5972"/>
                  </a:cubicBezTo>
                  <a:cubicBezTo>
                    <a:pt x="21600" y="4644"/>
                    <a:pt x="21479" y="3354"/>
                    <a:pt x="21253" y="2123"/>
                  </a:cubicBezTo>
                  <a:close/>
                </a:path>
              </a:pathLst>
            </a:custGeom>
            <a:solidFill>
              <a:srgbClr val="FFFB7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2859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400"/>
            </a:p>
          </p:txBody>
        </p:sp>
        <p:sp>
          <p:nvSpPr>
            <p:cNvPr id="110" name="Shape 1739">
              <a:extLst>
                <a:ext uri="{FF2B5EF4-FFF2-40B4-BE49-F238E27FC236}">
                  <a16:creationId xmlns:a16="http://schemas.microsoft.com/office/drawing/2014/main" id="{E052601C-EACF-41A4-9953-19F4E1738491}"/>
                </a:ext>
              </a:extLst>
            </p:cNvPr>
            <p:cNvSpPr/>
            <p:nvPr/>
          </p:nvSpPr>
          <p:spPr>
            <a:xfrm>
              <a:off x="0" y="0"/>
              <a:ext cx="904695" cy="905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2859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rPr lang="en-US" sz="2400"/>
                <a:t>1</a:t>
              </a:r>
              <a:endParaRPr sz="2400"/>
            </a:p>
          </p:txBody>
        </p:sp>
      </p:grpSp>
      <p:grpSp>
        <p:nvGrpSpPr>
          <p:cNvPr id="112" name="Group 1747">
            <a:extLst>
              <a:ext uri="{FF2B5EF4-FFF2-40B4-BE49-F238E27FC236}">
                <a16:creationId xmlns:a16="http://schemas.microsoft.com/office/drawing/2014/main" id="{59027A50-789B-4D9C-A3BD-08EE092124CD}"/>
              </a:ext>
            </a:extLst>
          </p:cNvPr>
          <p:cNvGrpSpPr/>
          <p:nvPr/>
        </p:nvGrpSpPr>
        <p:grpSpPr>
          <a:xfrm>
            <a:off x="587736" y="2869797"/>
            <a:ext cx="455597" cy="456047"/>
            <a:chOff x="0" y="0"/>
            <a:chExt cx="911191" cy="912090"/>
          </a:xfrm>
        </p:grpSpPr>
        <p:sp>
          <p:nvSpPr>
            <p:cNvPr id="114" name="Shape 1745">
              <a:extLst>
                <a:ext uri="{FF2B5EF4-FFF2-40B4-BE49-F238E27FC236}">
                  <a16:creationId xmlns:a16="http://schemas.microsoft.com/office/drawing/2014/main" id="{94685C97-BB7F-4136-BDCE-933EE56D6DFF}"/>
                </a:ext>
              </a:extLst>
            </p:cNvPr>
            <p:cNvSpPr/>
            <p:nvPr/>
          </p:nvSpPr>
          <p:spPr>
            <a:xfrm>
              <a:off x="35367" y="277147"/>
              <a:ext cx="875824" cy="634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53" y="2123"/>
                  </a:moveTo>
                  <a:lnTo>
                    <a:pt x="20560" y="0"/>
                  </a:lnTo>
                  <a:cubicBezTo>
                    <a:pt x="21121" y="1837"/>
                    <a:pt x="21431" y="3854"/>
                    <a:pt x="21431" y="5972"/>
                  </a:cubicBezTo>
                  <a:cubicBezTo>
                    <a:pt x="21431" y="14474"/>
                    <a:pt x="16436" y="21366"/>
                    <a:pt x="10275" y="21366"/>
                  </a:cubicBezTo>
                  <a:cubicBezTo>
                    <a:pt x="5658" y="21366"/>
                    <a:pt x="1696" y="17496"/>
                    <a:pt x="0" y="11978"/>
                  </a:cubicBezTo>
                  <a:cubicBezTo>
                    <a:pt x="0" y="11979"/>
                    <a:pt x="0" y="11979"/>
                    <a:pt x="0" y="11980"/>
                  </a:cubicBezTo>
                  <a:lnTo>
                    <a:pt x="905" y="14750"/>
                  </a:lnTo>
                  <a:cubicBezTo>
                    <a:pt x="2942" y="18884"/>
                    <a:pt x="6379" y="21600"/>
                    <a:pt x="10275" y="21600"/>
                  </a:cubicBezTo>
                  <a:cubicBezTo>
                    <a:pt x="16530" y="21600"/>
                    <a:pt x="21600" y="14603"/>
                    <a:pt x="21600" y="5972"/>
                  </a:cubicBezTo>
                  <a:cubicBezTo>
                    <a:pt x="21600" y="4644"/>
                    <a:pt x="21479" y="3354"/>
                    <a:pt x="21253" y="2123"/>
                  </a:cubicBezTo>
                  <a:close/>
                </a:path>
              </a:pathLst>
            </a:custGeom>
            <a:solidFill>
              <a:srgbClr val="C5F39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2859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400"/>
            </a:p>
          </p:txBody>
        </p:sp>
        <p:sp>
          <p:nvSpPr>
            <p:cNvPr id="115" name="Shape 1746">
              <a:extLst>
                <a:ext uri="{FF2B5EF4-FFF2-40B4-BE49-F238E27FC236}">
                  <a16:creationId xmlns:a16="http://schemas.microsoft.com/office/drawing/2014/main" id="{50D419C9-F8C6-48BB-821F-D61C573FD408}"/>
                </a:ext>
              </a:extLst>
            </p:cNvPr>
            <p:cNvSpPr/>
            <p:nvPr/>
          </p:nvSpPr>
          <p:spPr>
            <a:xfrm>
              <a:off x="0" y="0"/>
              <a:ext cx="904695" cy="905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28594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rPr lang="en-US" sz="2400"/>
                <a:t>2</a:t>
              </a:r>
              <a:endParaRPr sz="2400"/>
            </a:p>
          </p:txBody>
        </p:sp>
      </p:grpSp>
      <p:sp>
        <p:nvSpPr>
          <p:cNvPr id="120" name="Shape 1760">
            <a:extLst>
              <a:ext uri="{FF2B5EF4-FFF2-40B4-BE49-F238E27FC236}">
                <a16:creationId xmlns:a16="http://schemas.microsoft.com/office/drawing/2014/main" id="{29D6DBF9-3337-41A0-888E-CDA425B5CD59}"/>
              </a:ext>
            </a:extLst>
          </p:cNvPr>
          <p:cNvSpPr/>
          <p:nvPr/>
        </p:nvSpPr>
        <p:spPr>
          <a:xfrm>
            <a:off x="587736" y="3814626"/>
            <a:ext cx="452349" cy="4525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 defTabSz="22859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2400"/>
              <a:t>3</a:t>
            </a:r>
            <a:endParaRPr sz="240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CFA3874-F634-4CEA-80A5-3892B86D4C2D}"/>
              </a:ext>
            </a:extLst>
          </p:cNvPr>
          <p:cNvSpPr txBox="1"/>
          <p:nvPr/>
        </p:nvSpPr>
        <p:spPr>
          <a:xfrm>
            <a:off x="3434666" y="1269333"/>
            <a:ext cx="659958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exta Book"/>
                <a:cs typeface="Segoe UI"/>
              </a:rPr>
              <a:t> Define a gating strategy</a:t>
            </a: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</a:pPr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Texta Book"/>
              <a:cs typeface="Segoe UI"/>
            </a:endParaRP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exta Book"/>
                <a:cs typeface="Segoe UI"/>
              </a:rPr>
              <a:t> Consider co-expression</a:t>
            </a: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</a:pPr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Texta Book"/>
              <a:cs typeface="Segoe UI"/>
            </a:endParaRP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exta Book"/>
                <a:cs typeface="Segoe UI"/>
              </a:rPr>
              <a:t> Assess reagent availability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248D049-1CBF-4305-B049-42474A4ABFB2}"/>
              </a:ext>
            </a:extLst>
          </p:cNvPr>
          <p:cNvSpPr txBox="1"/>
          <p:nvPr/>
        </p:nvSpPr>
        <p:spPr>
          <a:xfrm>
            <a:off x="1193158" y="2854287"/>
            <a:ext cx="9319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bg2">
                    <a:lumMod val="50000"/>
                  </a:schemeClr>
                </a:solidFill>
                <a:latin typeface="Texta Book" pitchFamily="2" charset="77"/>
              </a:rPr>
              <a:t>Characterize uniqueness, brightness, and spread of available dyes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2D6F284-4CA5-4E4A-A626-01911283E121}"/>
              </a:ext>
            </a:extLst>
          </p:cNvPr>
          <p:cNvSpPr txBox="1"/>
          <p:nvPr/>
        </p:nvSpPr>
        <p:spPr>
          <a:xfrm>
            <a:off x="1167241" y="3814627"/>
            <a:ext cx="107439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exta Book" pitchFamily="2" charset="77"/>
              </a:rPr>
              <a:t>Assign fluorochromes</a:t>
            </a:r>
          </a:p>
          <a:p>
            <a:pPr marL="0" indent="0">
              <a:buNone/>
            </a:pPr>
            <a:endParaRPr lang="en-US" sz="800" b="1" dirty="0">
              <a:solidFill>
                <a:schemeClr val="bg2">
                  <a:lumMod val="50000"/>
                </a:schemeClr>
              </a:solidFill>
              <a:latin typeface="Texta Book" pitchFamily="2" charset="77"/>
            </a:endParaRP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5"/>
                </a:solidFill>
                <a:latin typeface="Texta Book"/>
                <a:cs typeface="Segoe UI"/>
              </a:rPr>
              <a:t> Tertiary antigens: Use very bright/bright dyes that receive low spread</a:t>
            </a: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</a:pPr>
            <a:endParaRPr lang="en-US" sz="800" dirty="0">
              <a:solidFill>
                <a:schemeClr val="accent5"/>
              </a:solidFill>
              <a:latin typeface="Texta Book"/>
              <a:cs typeface="Segoe UI"/>
            </a:endParaRP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5"/>
                </a:solidFill>
                <a:latin typeface="Texta Book"/>
                <a:cs typeface="Segoe UI"/>
              </a:rPr>
              <a:t> Secondary antigens: Assign based on co-expression:</a:t>
            </a:r>
          </a:p>
          <a:p>
            <a:pPr marL="742950" lvl="8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>
                <a:solidFill>
                  <a:schemeClr val="accent5"/>
                </a:solidFill>
                <a:latin typeface="Texta Book"/>
                <a:cs typeface="Segoe UI"/>
              </a:rPr>
              <a:t>				- If no co-expression, use any bright dye still available</a:t>
            </a:r>
          </a:p>
          <a:p>
            <a:pPr marL="7429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r>
              <a:rPr lang="en-US" sz="1800" dirty="0">
                <a:solidFill>
                  <a:schemeClr val="accent5"/>
                </a:solidFill>
                <a:latin typeface="Texta Book"/>
                <a:cs typeface="Segoe UI"/>
              </a:rPr>
              <a:t>				- If co-expression, use bright dyes that don’t spread into tertiary antigens </a:t>
            </a:r>
          </a:p>
          <a:p>
            <a:pPr marL="7429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endParaRPr lang="en-US" sz="800" dirty="0">
              <a:solidFill>
                <a:schemeClr val="accent5"/>
              </a:solidFill>
              <a:latin typeface="Texta Book"/>
              <a:cs typeface="Segoe UI"/>
            </a:endParaRPr>
          </a:p>
          <a:p>
            <a:pPr marL="688975" lvl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5"/>
                </a:solidFill>
                <a:latin typeface="Texta Book"/>
                <a:cs typeface="Segoe UI"/>
              </a:rPr>
              <a:t> Primary antigens: Use dim </a:t>
            </a:r>
            <a:r>
              <a:rPr lang="en-US" sz="2000" dirty="0" err="1">
                <a:solidFill>
                  <a:schemeClr val="accent5"/>
                </a:solidFill>
                <a:latin typeface="Texta Book"/>
                <a:cs typeface="Segoe UI"/>
              </a:rPr>
              <a:t>fluors</a:t>
            </a:r>
            <a:r>
              <a:rPr lang="en-US" sz="2000" dirty="0">
                <a:solidFill>
                  <a:schemeClr val="accent5"/>
                </a:solidFill>
                <a:latin typeface="Texta Book"/>
                <a:cs typeface="Segoe UI"/>
              </a:rPr>
              <a:t> that contribute low spread</a:t>
            </a:r>
          </a:p>
        </p:txBody>
      </p:sp>
    </p:spTree>
    <p:extLst>
      <p:ext uri="{BB962C8B-B14F-4D97-AF65-F5344CB8AC3E}">
        <p14:creationId xmlns:p14="http://schemas.microsoft.com/office/powerpoint/2010/main" val="383871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20" grpId="0" animBg="1"/>
      <p:bldP spid="121" grpId="0"/>
      <p:bldP spid="122" grpId="0"/>
      <p:bldP spid="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91FC68F-ACB7-6D48-B419-62DE4907095C}"/>
              </a:ext>
            </a:extLst>
          </p:cNvPr>
          <p:cNvSpPr txBox="1"/>
          <p:nvPr/>
        </p:nvSpPr>
        <p:spPr>
          <a:xfrm>
            <a:off x="843060" y="228600"/>
            <a:ext cx="1113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Texta Black" pitchFamily="2" charset="77"/>
              </a:rPr>
              <a:t>Exercise 5 </a:t>
            </a:r>
            <a:r>
              <a:rPr lang="en-US" sz="3600" b="1" dirty="0">
                <a:solidFill>
                  <a:schemeClr val="accent2"/>
                </a:solidFill>
                <a:latin typeface="Texta Black" pitchFamily="2" charset="77"/>
              </a:rPr>
              <a:t>Gating 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C2F9D-DECC-42F2-888C-2C1B7F1A2DD9}"/>
              </a:ext>
            </a:extLst>
          </p:cNvPr>
          <p:cNvSpPr txBox="1"/>
          <p:nvPr/>
        </p:nvSpPr>
        <p:spPr>
          <a:xfrm>
            <a:off x="9668520" y="6473079"/>
            <a:ext cx="3526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9D4EF1-EF47-4262-92FD-E0BE3C0FDEC2}"/>
              </a:ext>
            </a:extLst>
          </p:cNvPr>
          <p:cNvSpPr/>
          <p:nvPr/>
        </p:nvSpPr>
        <p:spPr>
          <a:xfrm>
            <a:off x="2042054" y="1071410"/>
            <a:ext cx="1600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4990AFF-A193-42BE-9E61-6618617FC42F}"/>
              </a:ext>
            </a:extLst>
          </p:cNvPr>
          <p:cNvSpPr/>
          <p:nvPr/>
        </p:nvSpPr>
        <p:spPr>
          <a:xfrm>
            <a:off x="2141723" y="1917272"/>
            <a:ext cx="491212" cy="4645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E38CE0E-0AA4-4D9F-8393-C3EC723D3AA2}"/>
              </a:ext>
            </a:extLst>
          </p:cNvPr>
          <p:cNvSpPr/>
          <p:nvPr/>
        </p:nvSpPr>
        <p:spPr>
          <a:xfrm>
            <a:off x="2818031" y="1917272"/>
            <a:ext cx="491212" cy="4645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A02505-CB20-4E73-81AD-E1F324923768}"/>
              </a:ext>
            </a:extLst>
          </p:cNvPr>
          <p:cNvSpPr txBox="1"/>
          <p:nvPr/>
        </p:nvSpPr>
        <p:spPr>
          <a:xfrm>
            <a:off x="2572506" y="2430336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B9E4B5-1693-4582-B6D1-30D7DEB647FB}"/>
              </a:ext>
            </a:extLst>
          </p:cNvPr>
          <p:cNvSpPr txBox="1"/>
          <p:nvPr/>
        </p:nvSpPr>
        <p:spPr>
          <a:xfrm rot="16200000">
            <a:off x="1573946" y="1553051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CD4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FBA5D07-F41E-46DA-9A61-1F2B06A13544}"/>
              </a:ext>
            </a:extLst>
          </p:cNvPr>
          <p:cNvCxnSpPr>
            <a:cxnSpLocks/>
          </p:cNvCxnSpPr>
          <p:nvPr/>
        </p:nvCxnSpPr>
        <p:spPr>
          <a:xfrm flipH="1">
            <a:off x="1622033" y="2225498"/>
            <a:ext cx="717212" cy="546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607BF8C-BEC0-4E84-81C4-70367F53D566}"/>
              </a:ext>
            </a:extLst>
          </p:cNvPr>
          <p:cNvCxnSpPr>
            <a:cxnSpLocks/>
          </p:cNvCxnSpPr>
          <p:nvPr/>
        </p:nvCxnSpPr>
        <p:spPr>
          <a:xfrm>
            <a:off x="3105445" y="2225498"/>
            <a:ext cx="531273" cy="546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211B5E9-24CD-4DBB-B35D-797A42F7A6B1}"/>
              </a:ext>
            </a:extLst>
          </p:cNvPr>
          <p:cNvSpPr txBox="1"/>
          <p:nvPr/>
        </p:nvSpPr>
        <p:spPr>
          <a:xfrm>
            <a:off x="2084184" y="1623849"/>
            <a:ext cx="587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</a:t>
            </a:r>
            <a:r>
              <a:rPr lang="en-US" sz="1600" baseline="30000">
                <a:solidFill>
                  <a:prstClr val="black"/>
                </a:solidFill>
                <a:latin typeface="Texta Book" panose="00000500000000000000" pitchFamily="50" charset="0"/>
              </a:rPr>
              <a:t>-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6355E2-37AE-498A-BBC0-6FC8EAA35383}"/>
              </a:ext>
            </a:extLst>
          </p:cNvPr>
          <p:cNvSpPr txBox="1"/>
          <p:nvPr/>
        </p:nvSpPr>
        <p:spPr>
          <a:xfrm>
            <a:off x="3009561" y="1366071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</a:t>
            </a:r>
            <a:r>
              <a:rPr kumimoji="0" lang="en-US" sz="16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+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xta Book" panose="00000500000000000000" pitchFamily="5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CD4</a:t>
            </a:r>
            <a:r>
              <a:rPr kumimoji="0" lang="en-US" sz="16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-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AC19FF-129B-4ABD-BBC3-4B688952A09A}"/>
              </a:ext>
            </a:extLst>
          </p:cNvPr>
          <p:cNvSpPr/>
          <p:nvPr/>
        </p:nvSpPr>
        <p:spPr>
          <a:xfrm>
            <a:off x="488968" y="2835092"/>
            <a:ext cx="1600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CDABFBB-7733-493C-A492-2DE01E08AFE7}"/>
              </a:ext>
            </a:extLst>
          </p:cNvPr>
          <p:cNvSpPr/>
          <p:nvPr/>
        </p:nvSpPr>
        <p:spPr>
          <a:xfrm>
            <a:off x="3079812" y="2835092"/>
            <a:ext cx="1600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8AA1F5-6349-4CE1-8FEA-0AD43BD3C1AC}"/>
              </a:ext>
            </a:extLst>
          </p:cNvPr>
          <p:cNvSpPr txBox="1"/>
          <p:nvPr/>
        </p:nvSpPr>
        <p:spPr>
          <a:xfrm>
            <a:off x="963846" y="4221631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A1218E-694E-4F9A-802C-50651AAD5A89}"/>
              </a:ext>
            </a:extLst>
          </p:cNvPr>
          <p:cNvSpPr txBox="1"/>
          <p:nvPr/>
        </p:nvSpPr>
        <p:spPr>
          <a:xfrm rot="16200000">
            <a:off x="-6888" y="3336227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CD16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FE810FA-B89D-4126-8F6B-25E9DA5B6A18}"/>
              </a:ext>
            </a:extLst>
          </p:cNvPr>
          <p:cNvSpPr/>
          <p:nvPr/>
        </p:nvSpPr>
        <p:spPr>
          <a:xfrm>
            <a:off x="3797769" y="3059301"/>
            <a:ext cx="772853" cy="11294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BE85185-583D-4946-BE98-79F074983FFA}"/>
              </a:ext>
            </a:extLst>
          </p:cNvPr>
          <p:cNvSpPr txBox="1"/>
          <p:nvPr/>
        </p:nvSpPr>
        <p:spPr>
          <a:xfrm>
            <a:off x="3554690" y="4221631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C93370-32BE-45AF-BA66-026988DDCDE3}"/>
              </a:ext>
            </a:extLst>
          </p:cNvPr>
          <p:cNvSpPr txBox="1"/>
          <p:nvPr/>
        </p:nvSpPr>
        <p:spPr>
          <a:xfrm rot="16200000">
            <a:off x="2612626" y="333622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2F44F9E-1D3F-4CBD-884D-70EA4668C5DB}"/>
              </a:ext>
            </a:extLst>
          </p:cNvPr>
          <p:cNvSpPr txBox="1"/>
          <p:nvPr/>
        </p:nvSpPr>
        <p:spPr>
          <a:xfrm>
            <a:off x="1049334" y="488651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NK cells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02A52CE-EF39-4750-BEBE-5CF31AFD2B1D}"/>
              </a:ext>
            </a:extLst>
          </p:cNvPr>
          <p:cNvSpPr txBox="1"/>
          <p:nvPr/>
        </p:nvSpPr>
        <p:spPr>
          <a:xfrm>
            <a:off x="3642057" y="2768867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NKT cells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109A31B-0F09-46CA-99A9-8CE881FDBF6F}"/>
              </a:ext>
            </a:extLst>
          </p:cNvPr>
          <p:cNvCxnSpPr>
            <a:cxnSpLocks/>
          </p:cNvCxnSpPr>
          <p:nvPr/>
        </p:nvCxnSpPr>
        <p:spPr>
          <a:xfrm>
            <a:off x="1665779" y="3976256"/>
            <a:ext cx="0" cy="929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4DA4274-FAA2-4DB3-A905-2DA476EB2E25}"/>
              </a:ext>
            </a:extLst>
          </p:cNvPr>
          <p:cNvCxnSpPr/>
          <p:nvPr/>
        </p:nvCxnSpPr>
        <p:spPr>
          <a:xfrm>
            <a:off x="4491002" y="3591681"/>
            <a:ext cx="754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279AD665-88C3-403B-B107-3DFF9FACC233}"/>
              </a:ext>
            </a:extLst>
          </p:cNvPr>
          <p:cNvSpPr/>
          <p:nvPr/>
        </p:nvSpPr>
        <p:spPr>
          <a:xfrm>
            <a:off x="488968" y="4950261"/>
            <a:ext cx="1600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5BD064-861B-4A0D-900E-ECB75F78739F}"/>
              </a:ext>
            </a:extLst>
          </p:cNvPr>
          <p:cNvSpPr txBox="1"/>
          <p:nvPr/>
        </p:nvSpPr>
        <p:spPr>
          <a:xfrm>
            <a:off x="1019420" y="6302255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56C5CA-98F0-4CB8-99DF-6BE1D5D2C501}"/>
              </a:ext>
            </a:extLst>
          </p:cNvPr>
          <p:cNvSpPr txBox="1"/>
          <p:nvPr/>
        </p:nvSpPr>
        <p:spPr>
          <a:xfrm rot="16200000">
            <a:off x="-10949" y="5451396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CD16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6552A5B-298E-4C83-8AA3-A96AEB6520AC}"/>
              </a:ext>
            </a:extLst>
          </p:cNvPr>
          <p:cNvSpPr/>
          <p:nvPr/>
        </p:nvSpPr>
        <p:spPr>
          <a:xfrm>
            <a:off x="1190520" y="5214216"/>
            <a:ext cx="605118" cy="10711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A00BBEA-14E7-43E2-9527-F94F1AA521E9}"/>
              </a:ext>
            </a:extLst>
          </p:cNvPr>
          <p:cNvCxnSpPr/>
          <p:nvPr/>
        </p:nvCxnSpPr>
        <p:spPr>
          <a:xfrm>
            <a:off x="1664747" y="5732553"/>
            <a:ext cx="754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3E639B64-8090-4A65-B164-04D540D9FFFA}"/>
              </a:ext>
            </a:extLst>
          </p:cNvPr>
          <p:cNvSpPr/>
          <p:nvPr/>
        </p:nvSpPr>
        <p:spPr>
          <a:xfrm>
            <a:off x="3079812" y="4950261"/>
            <a:ext cx="1600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A90D90-8327-4478-8F3E-D4B86FC5F7A2}"/>
              </a:ext>
            </a:extLst>
          </p:cNvPr>
          <p:cNvSpPr txBox="1"/>
          <p:nvPr/>
        </p:nvSpPr>
        <p:spPr>
          <a:xfrm>
            <a:off x="3824798" y="4985748"/>
            <a:ext cx="7986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CD158a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CD158b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CD335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CD337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C21BA2D-2B68-478C-BF2E-446215A9F723}"/>
              </a:ext>
            </a:extLst>
          </p:cNvPr>
          <p:cNvSpPr txBox="1"/>
          <p:nvPr/>
        </p:nvSpPr>
        <p:spPr>
          <a:xfrm rot="16200000">
            <a:off x="2556521" y="545139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CD56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E93717C-DFA0-45E0-AE70-B1B59A3B0788}"/>
              </a:ext>
            </a:extLst>
          </p:cNvPr>
          <p:cNvSpPr/>
          <p:nvPr/>
        </p:nvSpPr>
        <p:spPr>
          <a:xfrm>
            <a:off x="5670105" y="2835092"/>
            <a:ext cx="1600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DE82B0-06EB-42E5-8C57-B7760EE84EC4}"/>
              </a:ext>
            </a:extLst>
          </p:cNvPr>
          <p:cNvSpPr txBox="1"/>
          <p:nvPr/>
        </p:nvSpPr>
        <p:spPr>
          <a:xfrm>
            <a:off x="6421097" y="2856427"/>
            <a:ext cx="7986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CD158a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CD158b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CD335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CD337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56F3C4F-4BDC-4720-85A5-B79E1422AB52}"/>
              </a:ext>
            </a:extLst>
          </p:cNvPr>
          <p:cNvSpPr txBox="1"/>
          <p:nvPr/>
        </p:nvSpPr>
        <p:spPr>
          <a:xfrm rot="16200000">
            <a:off x="5137818" y="333622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CD56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F7C778C-4B30-4B55-93BF-1DB3E716762B}"/>
              </a:ext>
            </a:extLst>
          </p:cNvPr>
          <p:cNvSpPr txBox="1"/>
          <p:nvPr/>
        </p:nvSpPr>
        <p:spPr>
          <a:xfrm>
            <a:off x="5956283" y="2473112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xta Book" panose="00000500000000000000" pitchFamily="50" charset="0"/>
              </a:rPr>
              <a:t>NKT cells</a:t>
            </a: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10660E94-092F-48A9-865E-553E2DC8516C}"/>
              </a:ext>
            </a:extLst>
          </p:cNvPr>
          <p:cNvSpPr/>
          <p:nvPr/>
        </p:nvSpPr>
        <p:spPr>
          <a:xfrm>
            <a:off x="512481" y="3174319"/>
            <a:ext cx="1460740" cy="1023668"/>
          </a:xfrm>
          <a:custGeom>
            <a:avLst/>
            <a:gdLst>
              <a:gd name="connsiteX0" fmla="*/ 5751 w 1460740"/>
              <a:gd name="connsiteY0" fmla="*/ 0 h 1023668"/>
              <a:gd name="connsiteX1" fmla="*/ 1454989 w 1460740"/>
              <a:gd name="connsiteY1" fmla="*/ 0 h 1023668"/>
              <a:gd name="connsiteX2" fmla="*/ 1460740 w 1460740"/>
              <a:gd name="connsiteY2" fmla="*/ 1023668 h 1023668"/>
              <a:gd name="connsiteX3" fmla="*/ 759124 w 1460740"/>
              <a:gd name="connsiteY3" fmla="*/ 1023668 h 1023668"/>
              <a:gd name="connsiteX4" fmla="*/ 764875 w 1460740"/>
              <a:gd name="connsiteY4" fmla="*/ 385314 h 1023668"/>
              <a:gd name="connsiteX5" fmla="*/ 0 w 1460740"/>
              <a:gd name="connsiteY5" fmla="*/ 396816 h 1023668"/>
              <a:gd name="connsiteX6" fmla="*/ 5751 w 1460740"/>
              <a:gd name="connsiteY6" fmla="*/ 0 h 102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0740" h="1023668">
                <a:moveTo>
                  <a:pt x="5751" y="0"/>
                </a:moveTo>
                <a:lnTo>
                  <a:pt x="1454989" y="0"/>
                </a:lnTo>
                <a:lnTo>
                  <a:pt x="1460740" y="1023668"/>
                </a:lnTo>
                <a:lnTo>
                  <a:pt x="759124" y="1023668"/>
                </a:lnTo>
                <a:lnTo>
                  <a:pt x="764875" y="385314"/>
                </a:lnTo>
                <a:lnTo>
                  <a:pt x="0" y="396816"/>
                </a:lnTo>
                <a:lnTo>
                  <a:pt x="575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exta Book" panose="00000500000000000000" pitchFamily="50" charset="0"/>
            </a:endParaRPr>
          </a:p>
        </p:txBody>
      </p: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9636B1EC-0231-4490-8F77-2BCCD064C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22238"/>
              </p:ext>
            </p:extLst>
          </p:nvPr>
        </p:nvGraphicFramePr>
        <p:xfrm>
          <a:off x="7695536" y="2314405"/>
          <a:ext cx="4083128" cy="2400300"/>
        </p:xfrm>
        <a:graphic>
          <a:graphicData uri="http://schemas.openxmlformats.org/drawingml/2006/table">
            <a:tbl>
              <a:tblPr/>
              <a:tblGrid>
                <a:gridCol w="1127904">
                  <a:extLst>
                    <a:ext uri="{9D8B030D-6E8A-4147-A177-3AD203B41FA5}">
                      <a16:colId xmlns:a16="http://schemas.microsoft.com/office/drawing/2014/main" val="2838292940"/>
                    </a:ext>
                  </a:extLst>
                </a:gridCol>
                <a:gridCol w="898310">
                  <a:extLst>
                    <a:ext uri="{9D8B030D-6E8A-4147-A177-3AD203B41FA5}">
                      <a16:colId xmlns:a16="http://schemas.microsoft.com/office/drawing/2014/main" val="3572880955"/>
                    </a:ext>
                  </a:extLst>
                </a:gridCol>
                <a:gridCol w="921006">
                  <a:extLst>
                    <a:ext uri="{9D8B030D-6E8A-4147-A177-3AD203B41FA5}">
                      <a16:colId xmlns:a16="http://schemas.microsoft.com/office/drawing/2014/main" val="2152196527"/>
                    </a:ext>
                  </a:extLst>
                </a:gridCol>
                <a:gridCol w="1135908">
                  <a:extLst>
                    <a:ext uri="{9D8B030D-6E8A-4147-A177-3AD203B41FA5}">
                      <a16:colId xmlns:a16="http://schemas.microsoft.com/office/drawing/2014/main" val="3990669145"/>
                    </a:ext>
                  </a:extLst>
                </a:gridCol>
              </a:tblGrid>
              <a:tr h="23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Classification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Specificity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Alt Name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Purpose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73519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LFA-2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 cells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56726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FCgRIII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exta Book" panose="00000500000000000000" pitchFamily="50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43186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NCAM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0066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8263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non-NK cells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10456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1271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CD158a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KIR2DL1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 receptors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7509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CD158b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KIR2DL2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06717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NKG2D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58750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NKp46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77840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NKp30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251460"/>
                  </a:ext>
                </a:extLst>
              </a:tr>
            </a:tbl>
          </a:graphicData>
        </a:graphic>
      </p:graphicFrame>
      <p:pic>
        <p:nvPicPr>
          <p:cNvPr id="2" name="Picture 1" descr="Text, logo&#10;&#10;Description automatically generated">
            <a:extLst>
              <a:ext uri="{FF2B5EF4-FFF2-40B4-BE49-F238E27FC236}">
                <a16:creationId xmlns:a16="http://schemas.microsoft.com/office/drawing/2014/main" id="{6E11B9E4-D1B0-6A77-679B-D1C83C8C0E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043" r="70840"/>
          <a:stretch/>
        </p:blipFill>
        <p:spPr>
          <a:xfrm>
            <a:off x="228600" y="225808"/>
            <a:ext cx="53032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3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EA603CF-AB3A-41B6-A278-3CC853FD7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t="569" r="535" b="1445"/>
          <a:stretch/>
        </p:blipFill>
        <p:spPr bwMode="auto">
          <a:xfrm>
            <a:off x="294830" y="1666430"/>
            <a:ext cx="11605189" cy="455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91FC68F-ACB7-6D48-B419-62DE4907095C}"/>
              </a:ext>
            </a:extLst>
          </p:cNvPr>
          <p:cNvSpPr txBox="1"/>
          <p:nvPr/>
        </p:nvSpPr>
        <p:spPr>
          <a:xfrm>
            <a:off x="841248" y="228600"/>
            <a:ext cx="1113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Texta Black" pitchFamily="2" charset="77"/>
              </a:rPr>
              <a:t>Exercise 5 </a:t>
            </a:r>
            <a:r>
              <a:rPr lang="en-US" sz="3600" b="1">
                <a:solidFill>
                  <a:schemeClr val="accent2"/>
                </a:solidFill>
                <a:latin typeface="Texta Black" pitchFamily="2" charset="77"/>
              </a:rPr>
              <a:t>Fluorochrome Brightness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C2F9D-DECC-42F2-888C-2C1B7F1A2DD9}"/>
              </a:ext>
            </a:extLst>
          </p:cNvPr>
          <p:cNvSpPr txBox="1"/>
          <p:nvPr/>
        </p:nvSpPr>
        <p:spPr>
          <a:xfrm>
            <a:off x="28640" y="6537008"/>
            <a:ext cx="3526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B623F5-DBBD-4A61-8805-F0072ACFE3D1}"/>
              </a:ext>
            </a:extLst>
          </p:cNvPr>
          <p:cNvSpPr/>
          <p:nvPr/>
        </p:nvSpPr>
        <p:spPr>
          <a:xfrm>
            <a:off x="920478" y="1448274"/>
            <a:ext cx="2375256" cy="3864986"/>
          </a:xfrm>
          <a:prstGeom prst="rect">
            <a:avLst/>
          </a:prstGeom>
          <a:solidFill>
            <a:schemeClr val="accent2">
              <a:lumMod val="20000"/>
              <a:lumOff val="80000"/>
              <a:alpha val="26000"/>
            </a:schemeClr>
          </a:solidFill>
          <a:ln w="19050">
            <a:solidFill>
              <a:srgbClr val="91CE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3BC5D9-3B64-4610-B517-3BF8E141B4D1}"/>
              </a:ext>
            </a:extLst>
          </p:cNvPr>
          <p:cNvSpPr txBox="1"/>
          <p:nvPr/>
        </p:nvSpPr>
        <p:spPr>
          <a:xfrm>
            <a:off x="1755883" y="1113284"/>
            <a:ext cx="68902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91CE55"/>
                </a:solidFill>
                <a:latin typeface="Texta Heavy" pitchFamily="2" charset="77"/>
              </a:rPr>
              <a:t>Dim</a:t>
            </a:r>
            <a:endParaRPr lang="en-US" b="1">
              <a:solidFill>
                <a:srgbClr val="91CE55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229715-26A0-4751-948D-7BED70B054F5}"/>
              </a:ext>
            </a:extLst>
          </p:cNvPr>
          <p:cNvSpPr/>
          <p:nvPr/>
        </p:nvSpPr>
        <p:spPr>
          <a:xfrm>
            <a:off x="3339060" y="1442882"/>
            <a:ext cx="2375256" cy="3864986"/>
          </a:xfrm>
          <a:prstGeom prst="rect">
            <a:avLst/>
          </a:prstGeom>
          <a:solidFill>
            <a:srgbClr val="91CE55">
              <a:alpha val="26000"/>
            </a:srgb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1202C3-C7AB-43C0-A208-27C1B6BD872C}"/>
              </a:ext>
            </a:extLst>
          </p:cNvPr>
          <p:cNvSpPr txBox="1"/>
          <p:nvPr/>
        </p:nvSpPr>
        <p:spPr>
          <a:xfrm>
            <a:off x="4191493" y="1113284"/>
            <a:ext cx="75930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accent2">
                    <a:lumMod val="75000"/>
                  </a:schemeClr>
                </a:solidFill>
                <a:latin typeface="Texta Heavy" pitchFamily="2" charset="77"/>
              </a:rPr>
              <a:t>Mid</a:t>
            </a:r>
            <a:endParaRPr lang="en-US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246046A-486B-4D1D-AEEE-AA39551A77BF}"/>
              </a:ext>
            </a:extLst>
          </p:cNvPr>
          <p:cNvSpPr/>
          <p:nvPr/>
        </p:nvSpPr>
        <p:spPr>
          <a:xfrm>
            <a:off x="5767052" y="1442882"/>
            <a:ext cx="4362938" cy="3865941"/>
          </a:xfrm>
          <a:prstGeom prst="rect">
            <a:avLst/>
          </a:prstGeom>
          <a:solidFill>
            <a:schemeClr val="accent4">
              <a:lumMod val="75000"/>
              <a:alpha val="26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409B3A-2A4A-4501-ABF5-6DA1449B6689}"/>
              </a:ext>
            </a:extLst>
          </p:cNvPr>
          <p:cNvSpPr txBox="1"/>
          <p:nvPr/>
        </p:nvSpPr>
        <p:spPr>
          <a:xfrm>
            <a:off x="7535080" y="1113284"/>
            <a:ext cx="93896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508585"/>
                </a:solidFill>
                <a:latin typeface="Texta Heavy" pitchFamily="2" charset="77"/>
              </a:rPr>
              <a:t>Bright</a:t>
            </a:r>
            <a:endParaRPr lang="en-US" b="1">
              <a:solidFill>
                <a:srgbClr val="508585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B95E4A-96E2-42A9-B8DB-244613B3FFF1}"/>
              </a:ext>
            </a:extLst>
          </p:cNvPr>
          <p:cNvSpPr/>
          <p:nvPr/>
        </p:nvSpPr>
        <p:spPr>
          <a:xfrm>
            <a:off x="10182726" y="1442882"/>
            <a:ext cx="1590965" cy="3867905"/>
          </a:xfrm>
          <a:prstGeom prst="rect">
            <a:avLst/>
          </a:prstGeom>
          <a:solidFill>
            <a:schemeClr val="accent6">
              <a:lumMod val="50000"/>
              <a:alpha val="26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EE8366-6EE3-4B8E-8CC8-491ADBF71C6F}"/>
              </a:ext>
            </a:extLst>
          </p:cNvPr>
          <p:cNvSpPr txBox="1"/>
          <p:nvPr/>
        </p:nvSpPr>
        <p:spPr>
          <a:xfrm>
            <a:off x="10339540" y="1113284"/>
            <a:ext cx="136659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accent6">
                    <a:lumMod val="50000"/>
                  </a:schemeClr>
                </a:solidFill>
                <a:latin typeface="Texta Heavy" pitchFamily="2" charset="77"/>
              </a:rPr>
              <a:t>Very Bright</a:t>
            </a:r>
            <a:endParaRPr lang="en-US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Picture 1" descr="Text, logo&#10;&#10;Description automatically generated">
            <a:extLst>
              <a:ext uri="{FF2B5EF4-FFF2-40B4-BE49-F238E27FC236}">
                <a16:creationId xmlns:a16="http://schemas.microsoft.com/office/drawing/2014/main" id="{C1EB1751-8C5C-3C09-D830-8125C98D67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043" r="70840"/>
          <a:stretch/>
        </p:blipFill>
        <p:spPr>
          <a:xfrm>
            <a:off x="228600" y="225808"/>
            <a:ext cx="53032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5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91FC68F-ACB7-6D48-B419-62DE4907095C}"/>
              </a:ext>
            </a:extLst>
          </p:cNvPr>
          <p:cNvSpPr txBox="1"/>
          <p:nvPr/>
        </p:nvSpPr>
        <p:spPr>
          <a:xfrm>
            <a:off x="843060" y="228600"/>
            <a:ext cx="1113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Texta Black" pitchFamily="2" charset="77"/>
              </a:rPr>
              <a:t>Exercise 5 </a:t>
            </a:r>
            <a:r>
              <a:rPr lang="en-US" sz="3600" b="1">
                <a:solidFill>
                  <a:schemeClr val="accent2"/>
                </a:solidFill>
                <a:latin typeface="Texta Black" pitchFamily="2" charset="77"/>
              </a:rPr>
              <a:t>Reagent Availability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C2F9D-DECC-42F2-888C-2C1B7F1A2DD9}"/>
              </a:ext>
            </a:extLst>
          </p:cNvPr>
          <p:cNvSpPr txBox="1"/>
          <p:nvPr/>
        </p:nvSpPr>
        <p:spPr>
          <a:xfrm>
            <a:off x="9668520" y="6473079"/>
            <a:ext cx="3526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0D49E-6668-4B92-B814-9A5E9B7F7D9B}"/>
              </a:ext>
            </a:extLst>
          </p:cNvPr>
          <p:cNvSpPr/>
          <p:nvPr/>
        </p:nvSpPr>
        <p:spPr>
          <a:xfrm>
            <a:off x="2139659" y="941482"/>
            <a:ext cx="2317176" cy="218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BEECCE-D9AC-48B7-BF64-14070B3B999B}"/>
              </a:ext>
            </a:extLst>
          </p:cNvPr>
          <p:cNvGraphicFramePr>
            <a:graphicFrameLocks noGrp="1"/>
          </p:cNvGraphicFramePr>
          <p:nvPr/>
        </p:nvGraphicFramePr>
        <p:xfrm>
          <a:off x="1532797" y="1087357"/>
          <a:ext cx="9126405" cy="5219759"/>
        </p:xfrm>
        <a:graphic>
          <a:graphicData uri="http://schemas.openxmlformats.org/drawingml/2006/table">
            <a:tbl>
              <a:tblPr/>
              <a:tblGrid>
                <a:gridCol w="498370">
                  <a:extLst>
                    <a:ext uri="{9D8B030D-6E8A-4147-A177-3AD203B41FA5}">
                      <a16:colId xmlns:a16="http://schemas.microsoft.com/office/drawing/2014/main" val="2861033616"/>
                    </a:ext>
                  </a:extLst>
                </a:gridCol>
                <a:gridCol w="498370">
                  <a:extLst>
                    <a:ext uri="{9D8B030D-6E8A-4147-A177-3AD203B41FA5}">
                      <a16:colId xmlns:a16="http://schemas.microsoft.com/office/drawing/2014/main" val="2972460831"/>
                    </a:ext>
                  </a:extLst>
                </a:gridCol>
                <a:gridCol w="1121334">
                  <a:extLst>
                    <a:ext uri="{9D8B030D-6E8A-4147-A177-3AD203B41FA5}">
                      <a16:colId xmlns:a16="http://schemas.microsoft.com/office/drawing/2014/main" val="1727129403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3235593410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2149875127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3488833217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1459849969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3306788388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3570633765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4185083268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2017893138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3847536810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2974151144"/>
                    </a:ext>
                  </a:extLst>
                </a:gridCol>
                <a:gridCol w="637121">
                  <a:extLst>
                    <a:ext uri="{9D8B030D-6E8A-4147-A177-3AD203B41FA5}">
                      <a16:colId xmlns:a16="http://schemas.microsoft.com/office/drawing/2014/main" val="3101450851"/>
                    </a:ext>
                  </a:extLst>
                </a:gridCol>
              </a:tblGrid>
              <a:tr h="2028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CD2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CD16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CD56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CD8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CD3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CD4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CD158a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CD158b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CD314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CD335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CD337</a:t>
                      </a:r>
                    </a:p>
                  </a:txBody>
                  <a:tcPr marL="7688" marR="7688" marT="7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44098"/>
                  </a:ext>
                </a:extLst>
              </a:tr>
              <a:tr h="184444">
                <a:tc rowSpan="27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Fluorochrome Brightness ( SI)</a:t>
                      </a:r>
                    </a:p>
                  </a:txBody>
                  <a:tcPr marL="7688" marR="7688" marT="7688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375623"/>
                          </a:solidFill>
                          <a:effectLst/>
                          <a:latin typeface="Texta"/>
                        </a:rPr>
                        <a:t>Very Bright</a:t>
                      </a:r>
                    </a:p>
                  </a:txBody>
                  <a:tcPr marL="7688" marR="7688" marT="76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err="1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cFluor</a:t>
                      </a: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 BYG667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13334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cFluor BYG610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03172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cFluor BYG575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90063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cFluor BYG781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066240"/>
                  </a:ext>
                </a:extLst>
              </a:tr>
              <a:tr h="193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cFluor R659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31295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2853E"/>
                          </a:solidFill>
                          <a:effectLst/>
                          <a:latin typeface="Texta"/>
                        </a:rPr>
                        <a:t>Bright</a:t>
                      </a:r>
                    </a:p>
                  </a:txBody>
                  <a:tcPr marL="7688" marR="7688" marT="76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BUV563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84058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BUV737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77863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BV785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542854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BV480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109117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cFluor R720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17042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BV650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69722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BUV805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9528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BV711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283326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PerCP-eFluor 710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592152"/>
                  </a:ext>
                </a:extLst>
              </a:tr>
              <a:tr h="193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Texta"/>
                        </a:rPr>
                        <a:t>BV750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85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55482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EC974"/>
                          </a:solidFill>
                          <a:effectLst/>
                          <a:latin typeface="Texta"/>
                        </a:rPr>
                        <a:t>Mid</a:t>
                      </a:r>
                    </a:p>
                  </a:txBody>
                  <a:tcPr marL="7688" marR="7688" marT="76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B515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1E0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0672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V610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1E0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080445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R780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1E0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90064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BUV496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1E0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448996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BV570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1E0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439760"/>
                  </a:ext>
                </a:extLst>
              </a:tr>
              <a:tr h="193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B532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E0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744005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C0E09D"/>
                          </a:solidFill>
                          <a:effectLst/>
                          <a:latin typeface="Texta"/>
                        </a:rPr>
                        <a:t>Dim</a:t>
                      </a:r>
                    </a:p>
                  </a:txBody>
                  <a:tcPr marL="7688" marR="7688" marT="76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BV510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6130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V450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693022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BUV395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984013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V420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62330"/>
                  </a:ext>
                </a:extLst>
              </a:tr>
              <a:tr h="184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B548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077654"/>
                  </a:ext>
                </a:extLst>
              </a:tr>
              <a:tr h="193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"/>
                        </a:rPr>
                        <a:t>cFluor B690</a:t>
                      </a:r>
                    </a:p>
                  </a:txBody>
                  <a:tcPr marL="7688" marR="7688" marT="768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x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595959"/>
                          </a:solidFill>
                          <a:effectLst/>
                          <a:latin typeface="Texta"/>
                        </a:rPr>
                        <a:t> </a:t>
                      </a:r>
                    </a:p>
                  </a:txBody>
                  <a:tcPr marL="7688" marR="7688" marT="7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16206"/>
                  </a:ext>
                </a:extLst>
              </a:tr>
            </a:tbl>
          </a:graphicData>
        </a:graphic>
      </p:graphicFrame>
      <p:pic>
        <p:nvPicPr>
          <p:cNvPr id="2" name="Picture 1" descr="Text, logo&#10;&#10;Description automatically generated">
            <a:extLst>
              <a:ext uri="{FF2B5EF4-FFF2-40B4-BE49-F238E27FC236}">
                <a16:creationId xmlns:a16="http://schemas.microsoft.com/office/drawing/2014/main" id="{AF4E6A66-6739-AC9B-1FEF-503E7E4FF4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043" r="70840"/>
          <a:stretch/>
        </p:blipFill>
        <p:spPr>
          <a:xfrm>
            <a:off x="228600" y="225808"/>
            <a:ext cx="53032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587EFA9-CF79-E1A2-9472-A1B96DA86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89" y="1338116"/>
            <a:ext cx="7360971" cy="510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91FC68F-ACB7-6D48-B419-62DE4907095C}"/>
              </a:ext>
            </a:extLst>
          </p:cNvPr>
          <p:cNvSpPr txBox="1"/>
          <p:nvPr/>
        </p:nvSpPr>
        <p:spPr>
          <a:xfrm>
            <a:off x="824666" y="228600"/>
            <a:ext cx="1113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Texta Black" pitchFamily="2" charset="77"/>
              </a:rPr>
              <a:t>Exercise 5 </a:t>
            </a:r>
            <a:r>
              <a:rPr lang="en-US" sz="3600" b="1">
                <a:solidFill>
                  <a:schemeClr val="accent2"/>
                </a:solidFill>
                <a:latin typeface="Texta Black" pitchFamily="2" charset="77"/>
              </a:rPr>
              <a:t>Fluorochrome Spread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C2F9D-DECC-42F2-888C-2C1B7F1A2DD9}"/>
              </a:ext>
            </a:extLst>
          </p:cNvPr>
          <p:cNvSpPr txBox="1"/>
          <p:nvPr/>
        </p:nvSpPr>
        <p:spPr>
          <a:xfrm>
            <a:off x="9782241" y="6527333"/>
            <a:ext cx="2409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DFCAD7-7BBF-45D8-BFEE-F05080D8FF67}"/>
              </a:ext>
            </a:extLst>
          </p:cNvPr>
          <p:cNvSpPr txBox="1"/>
          <p:nvPr/>
        </p:nvSpPr>
        <p:spPr>
          <a:xfrm>
            <a:off x="457186" y="978868"/>
            <a:ext cx="5934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1CE55"/>
                </a:solidFill>
                <a:latin typeface="Texta Book"/>
              </a:rPr>
              <a:t>Stain Index Reduction (SIR) Matrix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28383-2A45-4074-824A-3BFCB17ED95E}"/>
              </a:ext>
            </a:extLst>
          </p:cNvPr>
          <p:cNvSpPr txBox="1"/>
          <p:nvPr/>
        </p:nvSpPr>
        <p:spPr>
          <a:xfrm>
            <a:off x="562716" y="2260871"/>
            <a:ext cx="620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50858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xta Book" panose="00000500000000000000"/>
              </a:rPr>
              <a:t>From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EE87CF-ED72-4339-B189-ED52801F358B}"/>
              </a:ext>
            </a:extLst>
          </p:cNvPr>
          <p:cNvSpPr txBox="1"/>
          <p:nvPr/>
        </p:nvSpPr>
        <p:spPr>
          <a:xfrm rot="16200000">
            <a:off x="1222595" y="1485773"/>
            <a:ext cx="517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BAF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xta Book" panose="00000500000000000000"/>
              </a:rPr>
              <a:t>Into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BF76BC8-1FA1-4365-A9C6-BBF1D04EC58D}"/>
              </a:ext>
            </a:extLst>
          </p:cNvPr>
          <p:cNvSpPr txBox="1">
            <a:spLocks noChangeAspect="1"/>
          </p:cNvSpPr>
          <p:nvPr/>
        </p:nvSpPr>
        <p:spPr>
          <a:xfrm>
            <a:off x="8264418" y="1041246"/>
            <a:ext cx="3348437" cy="24888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Texta Book"/>
              </a:rPr>
              <a:t>Dye in row impacts dye in column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>
              <a:solidFill>
                <a:schemeClr val="tx1">
                  <a:lumMod val="65000"/>
                  <a:lumOff val="35000"/>
                </a:schemeClr>
              </a:solidFill>
              <a:latin typeface="Texta Book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06546C-DB0F-491F-943B-AA81B61C4A85}"/>
              </a:ext>
            </a:extLst>
          </p:cNvPr>
          <p:cNvSpPr>
            <a:spLocks noChangeAspect="1"/>
          </p:cNvSpPr>
          <p:nvPr/>
        </p:nvSpPr>
        <p:spPr>
          <a:xfrm>
            <a:off x="8264418" y="1315883"/>
            <a:ext cx="3347829" cy="223268"/>
          </a:xfrm>
          <a:prstGeom prst="rect">
            <a:avLst/>
          </a:prstGeom>
          <a:gradFill flip="none" rotWithShape="1">
            <a:gsLst>
              <a:gs pos="1000">
                <a:schemeClr val="bg1"/>
              </a:gs>
              <a:gs pos="100000">
                <a:srgbClr val="C00000"/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0" scaled="1"/>
            <a:tileRect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Texta Boo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A67860-F57A-4AF9-82A0-8C1091D982AF}"/>
              </a:ext>
            </a:extLst>
          </p:cNvPr>
          <p:cNvSpPr txBox="1">
            <a:spLocks noChangeAspect="1"/>
          </p:cNvSpPr>
          <p:nvPr/>
        </p:nvSpPr>
        <p:spPr>
          <a:xfrm>
            <a:off x="7972575" y="1571916"/>
            <a:ext cx="1201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exta Book"/>
                <a:cs typeface="Segoe UI" panose="020B0502040204020203" pitchFamily="34" charset="0"/>
              </a:rPr>
              <a:t>No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F9F8B3-D769-4CBF-96D7-6FD5E853EB2F}"/>
              </a:ext>
            </a:extLst>
          </p:cNvPr>
          <p:cNvSpPr txBox="1">
            <a:spLocks noChangeAspect="1"/>
          </p:cNvSpPr>
          <p:nvPr/>
        </p:nvSpPr>
        <p:spPr>
          <a:xfrm>
            <a:off x="10474819" y="1607585"/>
            <a:ext cx="1488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exta Book"/>
                <a:cs typeface="Segoe UI" panose="020B0502040204020203" pitchFamily="34" charset="0"/>
              </a:rPr>
              <a:t>High Impact</a:t>
            </a:r>
          </a:p>
        </p:txBody>
      </p:sp>
      <p:pic>
        <p:nvPicPr>
          <p:cNvPr id="2" name="Picture 1" descr="Text, logo&#10;&#10;Description automatically generated">
            <a:extLst>
              <a:ext uri="{FF2B5EF4-FFF2-40B4-BE49-F238E27FC236}">
                <a16:creationId xmlns:a16="http://schemas.microsoft.com/office/drawing/2014/main" id="{624156A9-705A-0EC7-E8C6-7E1F585820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043" r="70840"/>
          <a:stretch/>
        </p:blipFill>
        <p:spPr>
          <a:xfrm>
            <a:off x="228600" y="229893"/>
            <a:ext cx="53032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0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13B93C-08FF-4CC2-AAA8-FA6F7A2F2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457958"/>
              </p:ext>
            </p:extLst>
          </p:nvPr>
        </p:nvGraphicFramePr>
        <p:xfrm>
          <a:off x="8682699" y="63883"/>
          <a:ext cx="2739407" cy="2310655"/>
        </p:xfrm>
        <a:graphic>
          <a:graphicData uri="http://schemas.openxmlformats.org/drawingml/2006/table">
            <a:tbl>
              <a:tblPr/>
              <a:tblGrid>
                <a:gridCol w="977125">
                  <a:extLst>
                    <a:ext uri="{9D8B030D-6E8A-4147-A177-3AD203B41FA5}">
                      <a16:colId xmlns:a16="http://schemas.microsoft.com/office/drawing/2014/main" val="2838292940"/>
                    </a:ext>
                  </a:extLst>
                </a:gridCol>
                <a:gridCol w="778223">
                  <a:extLst>
                    <a:ext uri="{9D8B030D-6E8A-4147-A177-3AD203B41FA5}">
                      <a16:colId xmlns:a16="http://schemas.microsoft.com/office/drawing/2014/main" val="3572880955"/>
                    </a:ext>
                  </a:extLst>
                </a:gridCol>
                <a:gridCol w="984059">
                  <a:extLst>
                    <a:ext uri="{9D8B030D-6E8A-4147-A177-3AD203B41FA5}">
                      <a16:colId xmlns:a16="http://schemas.microsoft.com/office/drawing/2014/main" val="3990669145"/>
                    </a:ext>
                  </a:extLst>
                </a:gridCol>
              </a:tblGrid>
              <a:tr h="2151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Classification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Specificity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Purpose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735194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 cells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567264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431865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00669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82635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non-NK cells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104562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12711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CD158a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NK receptors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75095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CD158b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067171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587506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778400"/>
                  </a:ext>
                </a:extLst>
              </a:tr>
              <a:tr h="180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exta Book" panose="00000500000000000000" pitchFamily="50" charset="0"/>
                        </a:rPr>
                        <a:t>CD337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25146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AD9F34C2-A60F-4F89-903E-1BC0CC0D07C0}"/>
              </a:ext>
            </a:extLst>
          </p:cNvPr>
          <p:cNvSpPr/>
          <p:nvPr/>
        </p:nvSpPr>
        <p:spPr>
          <a:xfrm>
            <a:off x="10946441" y="6256982"/>
            <a:ext cx="720091" cy="142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1FC68F-ACB7-6D48-B419-62DE4907095C}"/>
              </a:ext>
            </a:extLst>
          </p:cNvPr>
          <p:cNvSpPr txBox="1"/>
          <p:nvPr/>
        </p:nvSpPr>
        <p:spPr>
          <a:xfrm>
            <a:off x="841248" y="228600"/>
            <a:ext cx="691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Texta Black" pitchFamily="2" charset="77"/>
              </a:rPr>
              <a:t>Exercise 5 </a:t>
            </a:r>
            <a:r>
              <a:rPr lang="en-US" sz="3600" b="1" dirty="0">
                <a:solidFill>
                  <a:schemeClr val="accent2"/>
                </a:solidFill>
                <a:latin typeface="Texta Black" pitchFamily="2" charset="77"/>
              </a:rPr>
              <a:t>Fluor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E6303-7596-23FE-37AF-A7104384E5EA}"/>
              </a:ext>
            </a:extLst>
          </p:cNvPr>
          <p:cNvSpPr txBox="1"/>
          <p:nvPr/>
        </p:nvSpPr>
        <p:spPr>
          <a:xfrm>
            <a:off x="28640" y="6537008"/>
            <a:ext cx="3526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000000"/>
                </a:solidFill>
                <a:effectLst/>
                <a:latin typeface="Texta Book"/>
              </a:rPr>
              <a:t>© 2021 Cytek Biosciences, Inc.</a:t>
            </a:r>
            <a:endParaRPr lang="en-US" sz="1400">
              <a:latin typeface="Texta Book"/>
            </a:endParaRP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276BC96B-039E-DE1D-2512-EF19E66AE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64" y="2361422"/>
            <a:ext cx="11050481" cy="417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79882DD-3465-AF32-DAD3-0DECABBD3E0A}"/>
              </a:ext>
            </a:extLst>
          </p:cNvPr>
          <p:cNvGraphicFramePr>
            <a:graphicFrameLocks noGrp="1"/>
          </p:cNvGraphicFramePr>
          <p:nvPr/>
        </p:nvGraphicFramePr>
        <p:xfrm>
          <a:off x="1731800" y="2781935"/>
          <a:ext cx="1005050" cy="376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050">
                  <a:extLst>
                    <a:ext uri="{9D8B030D-6E8A-4147-A177-3AD203B41FA5}">
                      <a16:colId xmlns:a16="http://schemas.microsoft.com/office/drawing/2014/main" val="2941178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8133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58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1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62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2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2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52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57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5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71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488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12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90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0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3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07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785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524237"/>
                  </a:ext>
                </a:extLst>
              </a:tr>
            </a:tbl>
          </a:graphicData>
        </a:graphic>
      </p:graphicFrame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20056DDF-EA30-7683-EBFA-F09D14570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297"/>
              </p:ext>
            </p:extLst>
          </p:nvPr>
        </p:nvGraphicFramePr>
        <p:xfrm>
          <a:off x="3743250" y="2978149"/>
          <a:ext cx="1005050" cy="356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050">
                  <a:extLst>
                    <a:ext uri="{9D8B030D-6E8A-4147-A177-3AD203B41FA5}">
                      <a16:colId xmlns:a16="http://schemas.microsoft.com/office/drawing/2014/main" val="2941178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8133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58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1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62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2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2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52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57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5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71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488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12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90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0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3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07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785452"/>
                  </a:ext>
                </a:extLst>
              </a:tr>
            </a:tbl>
          </a:graphicData>
        </a:graphic>
      </p:graphicFrame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00739900-A748-9D20-8BF6-FDF7868AA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371777"/>
              </p:ext>
            </p:extLst>
          </p:nvPr>
        </p:nvGraphicFramePr>
        <p:xfrm>
          <a:off x="5737872" y="3764915"/>
          <a:ext cx="1005050" cy="277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050">
                  <a:extLst>
                    <a:ext uri="{9D8B030D-6E8A-4147-A177-3AD203B41FA5}">
                      <a16:colId xmlns:a16="http://schemas.microsoft.com/office/drawing/2014/main" val="2941178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8133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58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1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62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2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2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52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57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5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71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488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12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905897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7A42ECB-C1B0-A2C5-E149-BD5DFB2B6CB1}"/>
              </a:ext>
            </a:extLst>
          </p:cNvPr>
          <p:cNvGraphicFramePr>
            <a:graphicFrameLocks noGrp="1"/>
          </p:cNvGraphicFramePr>
          <p:nvPr/>
        </p:nvGraphicFramePr>
        <p:xfrm>
          <a:off x="7751510" y="4360553"/>
          <a:ext cx="1005050" cy="2179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050">
                  <a:extLst>
                    <a:ext uri="{9D8B030D-6E8A-4147-A177-3AD203B41FA5}">
                      <a16:colId xmlns:a16="http://schemas.microsoft.com/office/drawing/2014/main" val="2941178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8133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58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1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62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2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2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52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57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5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713971"/>
                  </a:ext>
                </a:extLst>
              </a:tr>
            </a:tbl>
          </a:graphicData>
        </a:graphic>
      </p:graphicFrame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5BA409A2-FA4B-9832-9737-04EED5745E4F}"/>
              </a:ext>
            </a:extLst>
          </p:cNvPr>
          <p:cNvGraphicFramePr>
            <a:graphicFrameLocks noGrp="1"/>
          </p:cNvGraphicFramePr>
          <p:nvPr/>
        </p:nvGraphicFramePr>
        <p:xfrm>
          <a:off x="9757528" y="4960620"/>
          <a:ext cx="1005050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050">
                  <a:extLst>
                    <a:ext uri="{9D8B030D-6E8A-4147-A177-3AD203B41FA5}">
                      <a16:colId xmlns:a16="http://schemas.microsoft.com/office/drawing/2014/main" val="2941178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8133"/>
                  </a:ext>
                </a:extLst>
              </a:tr>
              <a:tr h="127848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58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1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62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2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2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5222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AABF86-DBD1-3437-D7D9-AF6BD5EF13D8}"/>
              </a:ext>
            </a:extLst>
          </p:cNvPr>
          <p:cNvSpPr txBox="1"/>
          <p:nvPr/>
        </p:nvSpPr>
        <p:spPr>
          <a:xfrm>
            <a:off x="228600" y="1420749"/>
            <a:ext cx="732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Drag and drop the markers into position on grid based on your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BFDD4-B00B-468F-8C43-8B5BC94D14FD}"/>
              </a:ext>
            </a:extLst>
          </p:cNvPr>
          <p:cNvSpPr txBox="1"/>
          <p:nvPr/>
        </p:nvSpPr>
        <p:spPr>
          <a:xfrm>
            <a:off x="4016385" y="4708576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81A00-6484-7875-16AF-294E541D4286}"/>
              </a:ext>
            </a:extLst>
          </p:cNvPr>
          <p:cNvSpPr txBox="1"/>
          <p:nvPr/>
        </p:nvSpPr>
        <p:spPr>
          <a:xfrm>
            <a:off x="2004935" y="2769507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D7033-91BA-AE37-5409-5FB77DF1FED4}"/>
              </a:ext>
            </a:extLst>
          </p:cNvPr>
          <p:cNvSpPr txBox="1"/>
          <p:nvPr/>
        </p:nvSpPr>
        <p:spPr>
          <a:xfrm>
            <a:off x="4001673" y="4161296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8A286-8683-9008-2874-F819F48987D6}"/>
              </a:ext>
            </a:extLst>
          </p:cNvPr>
          <p:cNvSpPr txBox="1"/>
          <p:nvPr/>
        </p:nvSpPr>
        <p:spPr>
          <a:xfrm>
            <a:off x="6010332" y="3732257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0C6A6-76D7-6607-17AF-93593F1D4C3C}"/>
              </a:ext>
            </a:extLst>
          </p:cNvPr>
          <p:cNvSpPr txBox="1"/>
          <p:nvPr/>
        </p:nvSpPr>
        <p:spPr>
          <a:xfrm>
            <a:off x="3968188" y="3744821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B0C5ED-1B51-B29B-92A8-78A5E5ED778E}"/>
              </a:ext>
            </a:extLst>
          </p:cNvPr>
          <p:cNvSpPr txBox="1"/>
          <p:nvPr/>
        </p:nvSpPr>
        <p:spPr>
          <a:xfrm>
            <a:off x="3968188" y="3148269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5A329-8649-3AB3-763C-8C368CAEC465}"/>
              </a:ext>
            </a:extLst>
          </p:cNvPr>
          <p:cNvSpPr txBox="1"/>
          <p:nvPr/>
        </p:nvSpPr>
        <p:spPr>
          <a:xfrm>
            <a:off x="3875724" y="5541526"/>
            <a:ext cx="697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CD158a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9B8E9-56D0-1609-6887-AB43F9E7BC47}"/>
              </a:ext>
            </a:extLst>
          </p:cNvPr>
          <p:cNvSpPr txBox="1"/>
          <p:nvPr/>
        </p:nvSpPr>
        <p:spPr>
          <a:xfrm>
            <a:off x="7892851" y="6126177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CD158b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D89C8D-A162-7C3C-5F91-457062E11A68}"/>
              </a:ext>
            </a:extLst>
          </p:cNvPr>
          <p:cNvSpPr txBox="1"/>
          <p:nvPr/>
        </p:nvSpPr>
        <p:spPr>
          <a:xfrm>
            <a:off x="1895353" y="5934337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CD314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0CD876-A570-8754-97CB-A1C9A1992913}"/>
              </a:ext>
            </a:extLst>
          </p:cNvPr>
          <p:cNvSpPr txBox="1"/>
          <p:nvPr/>
        </p:nvSpPr>
        <p:spPr>
          <a:xfrm>
            <a:off x="9944159" y="4915845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CD335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A59DE6-49DA-8E32-111F-23D6A87DB40D}"/>
              </a:ext>
            </a:extLst>
          </p:cNvPr>
          <p:cNvSpPr txBox="1"/>
          <p:nvPr/>
        </p:nvSpPr>
        <p:spPr>
          <a:xfrm>
            <a:off x="7940029" y="4318410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CD337</a:t>
            </a:r>
          </a:p>
        </p:txBody>
      </p:sp>
      <p:pic>
        <p:nvPicPr>
          <p:cNvPr id="23" name="Picture 22" descr="Text, logo&#10;&#10;Description automatically generated">
            <a:extLst>
              <a:ext uri="{FF2B5EF4-FFF2-40B4-BE49-F238E27FC236}">
                <a16:creationId xmlns:a16="http://schemas.microsoft.com/office/drawing/2014/main" id="{FF86F27B-6086-7280-CBE6-3D86B2813D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043" r="70840"/>
          <a:stretch/>
        </p:blipFill>
        <p:spPr>
          <a:xfrm>
            <a:off x="228600" y="225808"/>
            <a:ext cx="53032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1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heme/theme1.xml><?xml version="1.0" encoding="utf-8"?>
<a:theme xmlns:a="http://schemas.openxmlformats.org/drawingml/2006/main" name="Office Theme">
  <a:themeElements>
    <a:clrScheme name="Cytek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8585"/>
      </a:accent1>
      <a:accent2>
        <a:srgbClr val="92C857"/>
      </a:accent2>
      <a:accent3>
        <a:srgbClr val="FBAF3A"/>
      </a:accent3>
      <a:accent4>
        <a:srgbClr val="79C89D"/>
      </a:accent4>
      <a:accent5>
        <a:srgbClr val="3E4850"/>
      </a:accent5>
      <a:accent6>
        <a:srgbClr val="92C857"/>
      </a:accent6>
      <a:hlink>
        <a:srgbClr val="79C89D"/>
      </a:hlink>
      <a:folHlink>
        <a:srgbClr val="FBAF3A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Description xmlns="a0160fbe-06c5-4c6d-8d00-38236812e206" xsi:nil="true"/>
    <SharedWithUsers xmlns="c9e28b6a-22bd-468e-b634-f443c68359be">
      <UserInfo>
        <DisplayName>Eric Barnhart</DisplayName>
        <AccountId>46</AccountId>
        <AccountType/>
      </UserInfo>
      <UserInfo>
        <DisplayName>Paul Dascani</DisplayName>
        <AccountId>1000</AccountId>
        <AccountType/>
      </UserInfo>
    </SharedWithUsers>
    <_Flow_SignoffStatus xmlns="a0160fbe-06c5-4c6d-8d00-38236812e206" xsi:nil="true"/>
    <lcf76f155ced4ddcb4097134ff3c332f xmlns="a0160fbe-06c5-4c6d-8d00-38236812e206">
      <Terms xmlns="http://schemas.microsoft.com/office/infopath/2007/PartnerControls"/>
    </lcf76f155ced4ddcb4097134ff3c332f>
    <TaxCatchAll xmlns="c9e28b6a-22bd-468e-b634-f443c68359b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047144E493BF46B507AAC458F00652" ma:contentTypeVersion="22" ma:contentTypeDescription="Create a new document." ma:contentTypeScope="" ma:versionID="582f1969a3dd2c0ab06450056d97eded">
  <xsd:schema xmlns:xsd="http://www.w3.org/2001/XMLSchema" xmlns:xs="http://www.w3.org/2001/XMLSchema" xmlns:p="http://schemas.microsoft.com/office/2006/metadata/properties" xmlns:ns1="http://schemas.microsoft.com/sharepoint/v3" xmlns:ns2="a0160fbe-06c5-4c6d-8d00-38236812e206" xmlns:ns3="c9e28b6a-22bd-468e-b634-f443c68359be" targetNamespace="http://schemas.microsoft.com/office/2006/metadata/properties" ma:root="true" ma:fieldsID="a386b15e262c44d64325a2da2ae3893a" ns1:_="" ns2:_="" ns3:_="">
    <xsd:import namespace="http://schemas.microsoft.com/sharepoint/v3"/>
    <xsd:import namespace="a0160fbe-06c5-4c6d-8d00-38236812e206"/>
    <xsd:import namespace="c9e28b6a-22bd-468e-b634-f443c68359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scriptio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160fbe-06c5-4c6d-8d00-38236812e2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Description" ma:index="17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d411a253-1605-4933-8fed-f4aa976ddc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e28b6a-22bd-468e-b634-f443c68359b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f455bbd1-a0af-4036-9604-96462dc813f0}" ma:internalName="TaxCatchAll" ma:showField="CatchAllData" ma:web="c9e28b6a-22bd-468e-b634-f443c68359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0CD5BC-264C-48E9-B3C4-8BDF7E682C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5189E7-405C-48B9-AFB1-2BE0D953D9A0}">
  <ds:schemaRefs>
    <ds:schemaRef ds:uri="http://schemas.microsoft.com/office/2006/documentManagement/types"/>
    <ds:schemaRef ds:uri="http://purl.org/dc/terms/"/>
    <ds:schemaRef ds:uri="http://purl.org/dc/elements/1.1/"/>
    <ds:schemaRef ds:uri="c9e28b6a-22bd-468e-b634-f443c68359b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a0160fbe-06c5-4c6d-8d00-38236812e206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A7C4570-1113-441B-9EBE-C2CAA89AADE2}">
  <ds:schemaRefs>
    <ds:schemaRef ds:uri="a0160fbe-06c5-4c6d-8d00-38236812e206"/>
    <ds:schemaRef ds:uri="c9e28b6a-22bd-468e-b634-f443c68359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716</Words>
  <Application>Microsoft Macintosh PowerPoint</Application>
  <PresentationFormat>Widescreen</PresentationFormat>
  <Paragraphs>517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Frutiger</vt:lpstr>
      <vt:lpstr>Gill Sans</vt:lpstr>
      <vt:lpstr>Segoe UI</vt:lpstr>
      <vt:lpstr>Texta</vt:lpstr>
      <vt:lpstr>Texta Black</vt:lpstr>
      <vt:lpstr>Texta Book</vt:lpstr>
      <vt:lpstr>Texta Heavy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Riyan</dc:creator>
  <cp:lastModifiedBy>Giovanni Galletti</cp:lastModifiedBy>
  <cp:revision>7</cp:revision>
  <dcterms:created xsi:type="dcterms:W3CDTF">2019-02-10T08:23:52Z</dcterms:created>
  <dcterms:modified xsi:type="dcterms:W3CDTF">2023-06-15T02:48:45Z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0x0101005D047144E493BF46B507AAC458F00652</vt:lpwstr>
  </property>
  <property fmtid="{D5CDD505-2E9C-101B-9397-08002B2CF9AE}" pid="3" name="MediaServiceImageTags">
    <vt:lpwstr/>
  </property>
</Properties>
</file>